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embeddedFontLst>
    <p:embeddedFont>
      <p:font typeface="Poppins" charset="0"/>
      <p:regular r:id="rId12"/>
      <p:bold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110b0fa8b34d90b9ed55e04f1f6e1d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2004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8056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805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320040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82812" y="32004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42732" y="44805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54796" y="448056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6496812"/>
            <a:ext cx="1051560" cy="41148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82812" y="5486400"/>
            <a:ext cx="41148" cy="10515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2732" y="6368796"/>
            <a:ext cx="594360" cy="228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54796" y="5856732"/>
            <a:ext cx="22860" cy="594360"/>
          </a:xfrm>
          <a:prstGeom prst="rect">
            <a:avLst/>
          </a:prstGeom>
          <a:solidFill>
            <a:srgbClr val="50C8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cybercrime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9000" y="3657600"/>
            <a:ext cx="2286000" cy="32004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E6FF"/>
                </a:solidFill>
                <a:latin typeface="Poppins"/>
              </a:defRPr>
            </a:pPr>
            <a:r>
              <a:rPr sz="22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cybercrime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110b0fa8b34d90b9ed55e04f1f6e1d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Evolving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Threat actors rapidly adopt AI and machine learning for advanced attacks.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Ransomware as a Service (RaaS) lowers entry barriers for new perpetrators.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Supply chain attacks target vulnerabilities in third-party vendor networks.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Critical infrastructure faces increased risk from nation-state cyber warfare.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Phishing remains pervasive, accounting for over 80% of reported incidents.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110b0fa8b34d90b9ed55e04f1f6e1d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Key Attack Vectors and Motives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Financial gain motivates most cybercriminals, targeting data and funds.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Data exfiltration and intellectual property theft are primary objectives.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Credential compromise through phishing enables widespread system access.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Exploiting unpatched vulnerabilities remains a common entry point.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Insider threats, both malicious and accidental, pose significant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110b0fa8b34d90b9ed55e04f1f6e1d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Quantifying Cybercrime's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4260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Average cost of a data breach reached $4.45 million in 2023 globally.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Ransomware payments averaged $1.5 million per incident in Q1 2023.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Over 3,200 public data breaches exposed 340 million records last year.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Cybersecurity Ventures projects global cybercrime costs to hit $10.5 trillion by 2025.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Downtime from cyberattacks costs businesses an average of $200,000 per incident.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110b0fa8b34d90b9ed55e04f1f6e1d_ppt bg 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rPr sz="3600" b="1">
                <a:solidFill>
                  <a:srgbClr val="FFFFFF"/>
                </a:solidFill>
                <a:latin typeface="Poppins"/>
                <a:cs typeface="Poppins"/>
                <a:ea typeface="Poppins"/>
              </a:rPr>
              <a:t>Strengthening Cyber Defenses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51379"/>
            <a:ext cx="8229600" cy="3606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Implement robust multi-factor authentication across all organizational access points.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Conduct regular employee cybersecurity awareness training and simulated phishing exercises.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Deploy advanced endpoint detection and response (EDR) solutions proactively.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Develop and test comprehensive incident response and recovery plans regularly.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C8E6FF"/>
                </a:solidFill>
                <a:latin typeface="Poppins"/>
              </a:defRPr>
            </a:pPr>
            <a:r>
              <a:rPr sz="1600" b="1">
                <a:solidFill>
                  <a:srgbClr val="C8E6FF"/>
                </a:solidFill>
                <a:latin typeface="Poppins"/>
                <a:cs typeface="Poppins"/>
                <a:ea typeface="Poppins"/>
              </a:rPr>
              <a:t>• Invest in threat intelligence platforms for proactive defense against emerging threats.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