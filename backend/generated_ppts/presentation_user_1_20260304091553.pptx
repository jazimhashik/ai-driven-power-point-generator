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embeddedFontLst>
    <p:embeddedFont>
      <p:font typeface="Poppins" charset="0"/>
      <p:regular r:id="rId13"/>
      <p:bold r:id="rId14"/>
      <p:italic r:id="rId15"/>
    </p:embeddedFont>
    <p:embeddedFont>
      <p:font typeface="Georgia" charset="0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cc3618a15d348e68b019dabc3872395_shapelined-_JBKdviweXI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rPr sz="3600" b="1">
                <a:solidFill>
                  <a:srgbClr val="FFFFFF"/>
                </a:solidFill>
                <a:latin typeface="Georgia"/>
                <a:cs typeface="Georgia"/>
                <a:ea typeface="Georgia"/>
              </a:rPr>
              <a:t>cybercrime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8E6FF"/>
                </a:solidFill>
                <a:latin typeface="Poppins"/>
              </a:defRPr>
            </a:pPr>
            <a:r>
              <a:rPr sz="22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threats that we  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cc3618a15d348e68b019dabc3872395_shapelined-_JBKdviweXI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rPr sz="3600" b="1">
                <a:solidFill>
                  <a:srgbClr val="FFFFFF"/>
                </a:solidFill>
                <a:latin typeface="Georgia"/>
                <a:cs typeface="Georgia"/>
                <a:ea typeface="Georgia"/>
              </a:rPr>
              <a:t>Current Cyber Threat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Ransomware attacks increased 62% in 2023, targeting critical infrastructure.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Phishing remains top initial access vector, accounting for 36% of breaches.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Supply chain attacks exploit vendor vulnerabilities, impacting multiple firms.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Nation-state sponsored attacks escalate, driven by geopolitical motives.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Average cost of a data breach reached $4.45 million in 2023.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cc3618a15d348e68b019dabc3872395_shapelined-_JBKdviweXI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rPr sz="3600" b="1">
                <a:solidFill>
                  <a:srgbClr val="FFFFFF"/>
                </a:solidFill>
                <a:latin typeface="Georgia"/>
                <a:cs typeface="Georgia"/>
                <a:ea typeface="Georgia"/>
              </a:rPr>
              <a:t>Evolving Attack Vectors Analyzed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94660"/>
            <a:ext cx="82296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AI-powered tools enhance attacker sophistication and speed.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Insider threats, both malicious and negligent, pose significant risk.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Zero-day exploits increasingly targeted before patches are available.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IoT devices create new attack surfaces due to inherent vulnerabilities.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Cloud misconfigurations account for 15% of all data breaches.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cc3618a15d348e68b019dabc3872395_shapelined-_JBKdviweXI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rPr sz="3600" b="1">
                <a:solidFill>
                  <a:srgbClr val="FFFFFF"/>
                </a:solidFill>
                <a:latin typeface="Georgia"/>
                <a:cs typeface="Georgia"/>
                <a:ea typeface="Georgia"/>
              </a:rPr>
              <a:t>Impactful Cybercrime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Colonial Pipeline ransomware attack disrupted fuel supply in 2021.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Optus data breach exposed 10 million customer records in Australia.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SolarWinds supply chain attack compromised numerous government agencies.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Log4Shell vulnerability allowed widespread remote code execution globally.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Average downtime from ransomware incidents is 20 days.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cc3618a15d348e68b019dabc3872395_shapelined-_JBKdviweXI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rPr sz="3600" b="1">
                <a:solidFill>
                  <a:srgbClr val="FFFFFF"/>
                </a:solidFill>
                <a:latin typeface="Georgia"/>
                <a:cs typeface="Georgia"/>
                <a:ea typeface="Georgia"/>
              </a:rPr>
              <a:t>Strengthening Cyber Defenses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51379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Implement robust multi-factor authentication across all systems.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Conduct regular security awareness training for all employees.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Deploy advanced threat detection and response technologies (EDR/XDR).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Develop comprehensive incident response plans and practice drills.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Foster cross-sector information sharing and public-private partnerships.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cc3618a15d348e68b019dabc3872395_shapelined-_JBKdviweXI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03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rPr sz="3600" b="1">
                <a:solidFill>
                  <a:srgbClr val="FFFFFF"/>
                </a:solidFill>
                <a:latin typeface="Georgia"/>
                <a:cs typeface="Georgia"/>
                <a:ea typeface="Georgia"/>
              </a:rPr>
              <a:t>Thank You!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8E6FF"/>
                </a:solidFill>
                <a:latin typeface="Poppins"/>
              </a:defRPr>
            </a:pPr>
            <a:r>
              <a:rPr sz="22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We appreciate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