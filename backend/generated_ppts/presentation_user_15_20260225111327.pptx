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Sectors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Healthcare leverages AI for diagnostics, drug discovery, and personalized pat...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Financial services utilize AI for fraud detection, risk assessment, and custo...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Agriculture benefits from AI in crop monitoring, yield prediction, and precis...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Retail and e-commerce use AI for personalized recommendations, inventory mana...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Public sector services apply AI for smart city initiatives, grievance redress...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Investment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Venture capital funding for AI startups in India has grown, attracting domest...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Major tech companies are establishing AI research centers in India, contribut...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Academic institutions are offering specialized AI programs, producing a stead...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Collaborations between industry, academia, and government are accelerating AI...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aims to become a global AI innovation destination, fostering a conduciv...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Challenges &amp;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Data privacy and security concerns pose significant challenges for AI adoptio...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Digital divide and lack of uniform infrastructure in rural areas hinder wides...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Ethical AI development and responsible deployment are crucial to address bias...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Skill gaps in advanced AI research and development require continuous upskill...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Opportunities exist developing AI solutions for India's unique socio-economic...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Future Outlook for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is poised to significantly contribute to the global AI economy, aiming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The focus will be on developing explainable AI and trustworthy systems to bui...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 aims to lead in specific AI niches like vernacular language processing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Continued government support and private sector investment will be vital for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India’s demographic dividend and growing digital literacy will solidify its p...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