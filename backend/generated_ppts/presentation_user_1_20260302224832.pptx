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cybercrime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Palatino Linotype"/>
              </a:defRPr>
            </a:pPr>
            <a:r>
              <a:rPr sz="22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Evolving Landscape of Cyber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Ransomware attacks surged 90% in 2022, paralyzing global businesses.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Phishing remains the top initial vector for enterprise network compromise.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Nation-state actors escalate espionage and critical infrastructure sabotage operations.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Supply chain vulnerabilities create widespread systemic risk for interconnected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AI-powered tools enhance both attacker and defender capabilities dramatically.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Impact and Financial 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Global cybercrime costs projected to reach $10.5 trillion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Data breaches incur average costs of $4.45 million per incident.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Reputational damage erodes customer trust and market valuation significantly.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Operational disruptions from attacks lead to significant revenue loss.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Regulatory fines for non-compliance add substantial financial burden.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Key Cybercrime Statistics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Over 70% of organizations experienced a successful cyberattack last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Phishing attempts increased by 61% year-over-year globally for enterprises.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Healthcare and financial sectors remain prime targets for high-value breaches.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Average time to identify a breach extends to 207 days nationally.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Only 5% of companies possess robust cybersecurity readiness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Mitigating Cyber Risk Proactively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Implement robust multi-factor authentication across all enterprise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Conduct regular employee cybersecurity awareness training programs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Invest in advanced threat detection and automated response technologies.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Develop comprehensive incident response plans and recovery protocols.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Foster partnerships with cybersecurity experts for continuous threat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Thank You!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Palatino Linotype"/>
              </a:defRPr>
            </a:pPr>
            <a:r>
              <a:rPr sz="22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