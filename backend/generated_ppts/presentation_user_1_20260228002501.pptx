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business tips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Navigating Modern Market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Rapid technological advancements continuously transform market landscapes and operational processes.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Evolving consumer expectations demand personalized products and services.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Global economic volatility requires flexible business models and risk mitigation.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Increased competitive pressures necessitate differentiation and unique value propositions.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Embrace sustainability and ethical practices for enhanced brand reputation.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Key Strategic Growth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Digital transformation initiatives significantly boost operational efficiency.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High employee engagement directly correlates with increased productivity by 21%.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Diversified revenue streams mitigate risks and ensure financial resilience.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Strong brand reputation builds trust, attracting new customers consistently.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Organizational agility enables rapid response to market shifts effectively.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Actionable Insight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Businesses employing AI for analytics achieve 15% higher profit margins.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Companies with high employee engagement report 22% lower turnover rates.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Successfully diversifying services increased revenue by 18% for one firm.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Positive online reviews influence 90% of consumer purchase decisions.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Rapid prototyping reduces product development cycles by 30-40%.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Future-Proofing Business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Implement AI-driven predictive analytics for proactive decision-making.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Invest in continuous employee upskilling for future workforce readiness.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Form strategic partnerships to expand market reach and capabilities.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Prioritize robust cybersecurity measures to protect critical assets.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Regularly reassess and adapt your core business model for relevance.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