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Sectoral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Healthcare AI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Government AI Thrust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National AI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Challenges &amp;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Data privacy concerns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Future AI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Ethical AI frameworks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