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Verdana" charset="0"/>
      <p:regular r:id="rId12"/>
    </p:embeddedFont>
    <p:embeddedFont>
      <p:font typeface="Corbel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Relationship Id="rId13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Current Data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Data volumes explode, doubling every two years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Legacy systems often create data silos hindering analysis.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Organizations struggle with data quality and integration challenges.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Real-time insights are crucial for agile market responses.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Skilled analytics professionals remain a critical talent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Key Analytical Impact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Predictive models reduce operational costs by up to 15%.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Customer lifetime value increases 10% through segmentation.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Supply chain visibility improves, cutting logistics expenses 20%.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Fraud detection systems identify 85% more fraudulent transactions.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Data-driven product development accelerates market launch cycles.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Proven Value: Data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Retailer boosted sales 7% with personalized recommendation engines.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Healthcare firm cut patient readmissions 12% using predictive analytics.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Bank reduced credit risk 5% by enhancing loan application scoring.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Manufacturer optimized production schedules, saving $1.2 million annually.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E-commerce platform achieved 3% conversion lift via A/B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Strategic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Establish a robust data governance framework for integrity.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Invest in scalable analytics platforms and cloud infrastructure.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Cultivate a data-literate culture across all business units.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Prioritize use cases delivering clear, measurable business value.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Corbel"/>
              </a:defRPr>
            </a:pPr>
            <a:r>
              <a:rPr sz="1600" b="1">
                <a:solidFill>
                  <a:srgbClr val="DCEAFF"/>
                </a:solidFill>
                <a:latin typeface="Corbel"/>
                <a:cs typeface="Corbel"/>
                <a:ea typeface="Corbel"/>
              </a:rPr>
              <a:t>• Continuously monitor model performance and refine strategies iteratively.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