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7E6FF"/>
                </a:solidFill>
                <a:latin typeface="Roboto"/>
              </a:defRPr>
            </a:pPr>
            <a:r>
              <a:rPr sz="3600" b="1">
                <a:solidFill>
                  <a:srgbClr val="D7E6FF"/>
                </a:solidFill>
                <a:latin typeface="Roboto"/>
                <a:cs typeface="Roboto"/>
                <a:ea typeface="Roboto"/>
              </a:rP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8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7E6FF"/>
                </a:solidFill>
                <a:latin typeface="Roboto"/>
              </a:defRPr>
            </a:pPr>
            <a:r>
              <a:rPr sz="3600" b="1">
                <a:solidFill>
                  <a:srgbClr val="D7E6FF"/>
                </a:solidFill>
                <a:latin typeface="Roboto"/>
                <a:cs typeface="Roboto"/>
                <a:ea typeface="Roboto"/>
              </a:rPr>
              <a:t>Evolving Data Landscape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Exploding data volumes overwhelm traditional processing capabilities daily.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Diverse data sources necessitate robust integration and governance frameworks.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Real-time data velocity demands agile analytics for immediate response.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Data silos impede holistic understanding of enterprise performance.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Lack of skilled analysts creates significant implementation and interpretation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8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7E6FF"/>
                </a:solidFill>
                <a:latin typeface="Roboto"/>
              </a:defRPr>
            </a:pPr>
            <a:r>
              <a:rPr sz="3600" b="1">
                <a:solidFill>
                  <a:srgbClr val="D7E6FF"/>
                </a:solidFill>
                <a:latin typeface="Roboto"/>
                <a:cs typeface="Roboto"/>
                <a:ea typeface="Roboto"/>
              </a:rPr>
              <a:t>Unlocking Actionable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Descriptive analytics explains past events and historical business performance.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Diagnostic analytics investigates root causes of specific business outcomes.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Predictive analytics forecasts future trends with 85% accuracy.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Prescriptive analytics recommends optimal actions for desired results.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Cognitive analytics automates complex decision-making processes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8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7E6FF"/>
                </a:solidFill>
                <a:latin typeface="Roboto"/>
              </a:defRPr>
            </a:pPr>
            <a:r>
              <a:rPr sz="3600" b="1">
                <a:solidFill>
                  <a:srgbClr val="D7E6FF"/>
                </a:solidFill>
                <a:latin typeface="Roboto"/>
                <a:cs typeface="Roboto"/>
                <a:ea typeface="Roboto"/>
              </a:rPr>
              <a:t>Tangible ROI from Analytics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15% average increase in sales revenue for analytical organizations.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Operational costs reduced by 10-20% through process optimization.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Customer churn rates decreased by 25% using predictive models.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Marketing campaign effectiveness improved 30% via audience segmentation.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Supply chain visibility enhanced, leading to 12% inventory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8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7E6FF"/>
                </a:solidFill>
                <a:latin typeface="Roboto"/>
              </a:defRPr>
            </a:pPr>
            <a:r>
              <a:rPr sz="3600" b="1">
                <a:solidFill>
                  <a:srgbClr val="D7E6FF"/>
                </a:solidFill>
                <a:latin typeface="Roboto"/>
                <a:cs typeface="Roboto"/>
                <a:ea typeface="Roboto"/>
              </a:rPr>
              <a:t>Future-Proofing with Analytics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Invest in cloud-based platforms for scalable data processing capacity.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Develop a data-driven culture with comprehensive employee training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Implement robust data governance to ensure quality and compliance.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Prioritize AI and Machine Learning for advanced predictive capabilities.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B4C8E6"/>
                </a:solidFill>
                <a:latin typeface="Verdana"/>
              </a:defRPr>
            </a:pPr>
            <a:r>
              <a:rPr sz="1600" b="1">
                <a:solidFill>
                  <a:srgbClr val="B4C8E6"/>
                </a:solidFill>
                <a:latin typeface="Verdana"/>
                <a:cs typeface="Verdana"/>
                <a:ea typeface="Verdana"/>
              </a:rPr>
              <a:t>• Establish cross-functional analytics teams for integrated insights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