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DM Sans"/>
              </a:defRPr>
            </a:pPr>
            <a:r>
              <a:t>motorcycles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1A1A2E"/>
                </a:solidFill>
                <a:latin typeface="DM Sans"/>
              </a:defRPr>
            </a:pPr>
            <a:r>
              <a:t>Innovation Drives Rider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Electric motorcycle sales grew 30% YoY, addressing emissions.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Advanced Rider-Assistance Systems (ARAS) enhance safety dramatically.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IoT connectivity offers real-time diagnostics and smart navigation.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Lightweight materials like carbon fiber improve performance and efficiency.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Sustainable manufacturing processes reduce environmental footprint.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1A1A2E"/>
                </a:solidFill>
                <a:latin typeface="DM Sans"/>
              </a:defRPr>
            </a:pPr>
            <a:r>
              <a:t>Evolving Consumer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Adventure touring segment sees 8% annual growth post-pandemic.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Gen Z riders prioritize digital integration and sustainable options.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Customization and aftermarket accessories generate $5B+ annually.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Demand for experiential riding over pure utility is on the rise.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Brand loyalty strengthens through community-focused initiatives.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1A1A2E"/>
                </a:solidFill>
                <a:latin typeface="DM Sans"/>
              </a:defRPr>
            </a:pPr>
            <a:r>
              <a:t>Challenges &amp; Strategic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Regulatory pressure (Euro 5/7) necessitates R&amp;D in clean tech.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Supply chain disruptions impact production timelines and costs.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Competition from shared mobility and micromobility solutions.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Talent acquisition for specialized EV and software engineering roles.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Digital transformation in sales and service offers significant upside.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1A1A2E"/>
                </a:solidFill>
                <a:latin typeface="DM Sans"/>
              </a:defRPr>
            </a:pPr>
            <a:r>
              <a:t>Future Outlook: Strategic Imperatives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Invest aggressively in battery technology and charging infrastructure.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Expand D2C models and immersive digital customer journeys.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Form strategic partnerships for autonomous and connected tech.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Prioritize sustainability: eco-friendly materials, circular economy.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Leverage data analytics for personalized marketing and product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