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beb05a387594c39adc7f1bdfa2189ee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DAB4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AB44B"/>
                </a:solidFill>
                <a:latin typeface="Arial"/>
              </a:defRPr>
            </a:pPr>
            <a:r>
              <a:rPr sz="3600" b="1">
                <a:solidFill>
                  <a:srgbClr val="DAB44B"/>
                </a:solidFill>
                <a:latin typeface="Arial"/>
                <a:cs typeface="Arial"/>
                <a:ea typeface="Arial"/>
              </a:rPr>
              <a:t>ai in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1E1E1"/>
                </a:solidFill>
                <a:latin typeface="Arial"/>
              </a:defRPr>
            </a:pPr>
            <a:r>
              <a:rPr sz="22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beb05a387594c39adc7f1bdfa2189ee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Arial"/>
              </a:defRPr>
            </a:pPr>
            <a:r>
              <a:rPr sz="3600" b="1">
                <a:solidFill>
                  <a:srgbClr val="DAB44B"/>
                </a:solidFill>
                <a:latin typeface="Arial"/>
                <a:cs typeface="Arial"/>
                <a:ea typeface="Arial"/>
              </a:rPr>
              <a:t>Rapid AI Adoption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Digital public infrastructure forms strong foundation for AI integration.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Data availability and access are increasing, boosting AI model training.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Startup ecosystem thriving, with over 2,000 AI companies operating nationwide.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Skill development programs address demand for specialized AI workforce.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Growing domestic market size provides crucial testing ground for new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beb05a387594c39adc7f1bdfa2189ee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Arial"/>
              </a:defRPr>
            </a:pPr>
            <a:r>
              <a:rPr sz="3600" b="1">
                <a:solidFill>
                  <a:srgbClr val="DAB44B"/>
                </a:solidFill>
                <a:latin typeface="Arial"/>
                <a:cs typeface="Arial"/>
                <a:ea typeface="Arial"/>
              </a:rPr>
              <a:t>Driving India's AI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Healthcare AI market projected to reach $1.4 billion by 2026.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Agricultural AI solutions enhance crop yields and optimize resource usage.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Financial services leverage AI for fraud detection and personalized banking.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Manufacturing sector adopts AI for predictive maintenance, improving efficiency.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Retail and e-commerce utilize AI for customer personalization and inventory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beb05a387594c39adc7f1bdfa2189ee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Arial"/>
              </a:defRPr>
            </a:pPr>
            <a:r>
              <a:rPr sz="3600" b="1">
                <a:solidFill>
                  <a:srgbClr val="DAB44B"/>
                </a:solidFill>
                <a:latin typeface="Arial"/>
                <a:cs typeface="Arial"/>
                <a:ea typeface="Arial"/>
              </a:rPr>
              <a:t>Strategic AI Enablers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NITI Aayog's AI strategy focuses on healthcare, agriculture, education, infrastructure.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National AI Portal (indiaai.gov.in) aggregates resources and showcases innovations.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India's data economy valued at $500 billion, crucial for AI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Partnerships with global tech giants foster R&amp;D and knowledge transfer.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Academic institutions establish AI centers of excellence, nurturing future talent.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beb05a387594c39adc7f1bdfa2189ee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Arial"/>
              </a:defRPr>
            </a:pPr>
            <a:r>
              <a:rPr sz="3600" b="1">
                <a:solidFill>
                  <a:srgbClr val="DAB44B"/>
                </a:solidFill>
                <a:latin typeface="Arial"/>
                <a:cs typeface="Arial"/>
                <a:ea typeface="Arial"/>
              </a:rPr>
              <a:t>Future AI Imperatives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Strengthen ethical AI frameworks and data privacy regulations for trust.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Invest further in advanced AI research and foundational model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Expand AI education and reskilling programs to address talent gaps.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Foster international collaborations for shared AI development and best practices.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Arial"/>
              </a:defRPr>
            </a:pPr>
            <a:r>
              <a:rPr sz="1600" b="1">
                <a:solidFill>
                  <a:srgbClr val="E1E1E1"/>
                </a:solidFill>
                <a:latin typeface="Arial"/>
                <a:cs typeface="Arial"/>
                <a:ea typeface="Arial"/>
              </a:rPr>
              <a:t>• Promote AI adoption in SMEs, unlocking new economic growth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