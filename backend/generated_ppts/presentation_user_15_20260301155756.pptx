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Roboto"/>
              </a:defRPr>
            </a:pPr>
            <a:r>
              <a:rPr sz="3600" b="1">
                <a:solidFill>
                  <a:srgbClr val="FFFFFF"/>
                </a:solidFill>
                <a:latin typeface="Roboto"/>
                <a:cs typeface="Roboto"/>
                <a:ea typeface="Roboto"/>
              </a:rPr>
              <a:t>cooking as a passion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Roboto"/>
              </a:defRPr>
            </a:pPr>
            <a:r>
              <a:rPr sz="3600" b="1">
                <a:solidFill>
                  <a:srgbClr val="FFFFFF"/>
                </a:solidFill>
                <a:latin typeface="Roboto"/>
                <a:cs typeface="Roboto"/>
                <a:ea typeface="Roboto"/>
              </a:rPr>
              <a:t>Emerging Culinary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layfair Display"/>
              </a:defRPr>
            </a:pPr>
            <a:r>
              <a:rPr sz="1600" b="1">
                <a:solidFill>
                  <a:srgbClr val="C8E6FF"/>
                </a:solidFill>
                <a:latin typeface="Playfair Display"/>
                <a:cs typeface="Playfair Display"/>
                <a:ea typeface="Playfair Display"/>
              </a:rPr>
              <a:t>• Home cooking surged 25% post-pandemic, emphasizing health and wellness.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layfair Display"/>
              </a:defRPr>
            </a:pPr>
            <a:r>
              <a:rPr sz="1600" b="1">
                <a:solidFill>
                  <a:srgbClr val="C8E6FF"/>
                </a:solidFill>
                <a:latin typeface="Playfair Display"/>
                <a:cs typeface="Playfair Display"/>
                <a:ea typeface="Playfair Display"/>
              </a:rPr>
              <a:t>• Social media platforms actively drive culinary exploration and skill sharing.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layfair Display"/>
              </a:defRPr>
            </a:pPr>
            <a:r>
              <a:rPr sz="1600" b="1">
                <a:solidFill>
                  <a:srgbClr val="C8E6FF"/>
                </a:solidFill>
                <a:latin typeface="Playfair Display"/>
                <a:cs typeface="Playfair Display"/>
                <a:ea typeface="Playfair Display"/>
              </a:rPr>
              <a:t>• Global flavors and sustainable sourcing increasingly influence home kitchens.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layfair Display"/>
              </a:defRPr>
            </a:pPr>
            <a:r>
              <a:rPr sz="1600" b="1">
                <a:solidFill>
                  <a:srgbClr val="C8E6FF"/>
                </a:solidFill>
                <a:latin typeface="Playfair Display"/>
                <a:cs typeface="Playfair Display"/>
                <a:ea typeface="Playfair Display"/>
              </a:rPr>
              <a:t>• Investment in premium ingredients and specialized tools has significantly risen.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layfair Display"/>
              </a:defRPr>
            </a:pPr>
            <a:r>
              <a:rPr sz="1600" b="1">
                <a:solidFill>
                  <a:srgbClr val="C8E6FF"/>
                </a:solidFill>
                <a:latin typeface="Playfair Display"/>
                <a:cs typeface="Playfair Display"/>
                <a:ea typeface="Playfair Display"/>
              </a:rPr>
              <a:t>• Online cooking class enrollment grew 150% in the last two years.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Roboto"/>
              </a:defRPr>
            </a:pPr>
            <a:r>
              <a:rPr sz="3600" b="1">
                <a:solidFill>
                  <a:srgbClr val="FFFFFF"/>
                </a:solidFill>
                <a:latin typeface="Roboto"/>
                <a:cs typeface="Roboto"/>
                <a:ea typeface="Roboto"/>
              </a:rPr>
              <a:t>Psychological Benefits Explored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layfair Display"/>
              </a:defRPr>
            </a:pPr>
            <a:r>
              <a:rPr sz="1600" b="1">
                <a:solidFill>
                  <a:srgbClr val="C8E6FF"/>
                </a:solidFill>
                <a:latin typeface="Playfair Display"/>
                <a:cs typeface="Playfair Display"/>
                <a:ea typeface="Playfair Display"/>
              </a:rPr>
              <a:t>• Cooking reduces stress by promoting mindfulness, focus, and creativity.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layfair Display"/>
              </a:defRPr>
            </a:pPr>
            <a:r>
              <a:rPr sz="1600" b="1">
                <a:solidFill>
                  <a:srgbClr val="C8E6FF"/>
                </a:solidFill>
                <a:latin typeface="Playfair Display"/>
                <a:cs typeface="Playfair Display"/>
                <a:ea typeface="Playfair Display"/>
              </a:rPr>
              <a:t>• It significantly boosts self-esteem through tangible creation and mastery.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layfair Display"/>
              </a:defRPr>
            </a:pPr>
            <a:r>
              <a:rPr sz="1600" b="1">
                <a:solidFill>
                  <a:srgbClr val="C8E6FF"/>
                </a:solidFill>
                <a:latin typeface="Playfair Display"/>
                <a:cs typeface="Playfair Display"/>
                <a:ea typeface="Playfair Display"/>
              </a:rPr>
              <a:t>• Fosters strong connections, building community through shared meal preparation.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layfair Display"/>
              </a:defRPr>
            </a:pPr>
            <a:r>
              <a:rPr sz="1600" b="1">
                <a:solidFill>
                  <a:srgbClr val="C8E6FF"/>
                </a:solidFill>
                <a:latin typeface="Playfair Display"/>
                <a:cs typeface="Playfair Display"/>
                <a:ea typeface="Playfair Display"/>
              </a:rPr>
              <a:t>• Provides an invaluable outlet for self-expression, similar to artistic endeavors.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layfair Display"/>
              </a:defRPr>
            </a:pPr>
            <a:r>
              <a:rPr sz="1600" b="1">
                <a:solidFill>
                  <a:srgbClr val="C8E6FF"/>
                </a:solidFill>
                <a:latin typeface="Playfair Display"/>
                <a:cs typeface="Playfair Display"/>
                <a:ea typeface="Playfair Display"/>
              </a:rPr>
              <a:t>• Enhances problem-solving skills through recipe adaptation and innovation.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Roboto"/>
              </a:defRPr>
            </a:pPr>
            <a:r>
              <a:rPr sz="3600" b="1">
                <a:solidFill>
                  <a:srgbClr val="FFFFFF"/>
                </a:solidFill>
                <a:latin typeface="Roboto"/>
                <a:cs typeface="Roboto"/>
                <a:ea typeface="Roboto"/>
              </a:rPr>
              <a:t>Economic and Social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layfair Display"/>
              </a:defRPr>
            </a:pPr>
            <a:r>
              <a:rPr sz="1600" b="1">
                <a:solidFill>
                  <a:srgbClr val="C8E6FF"/>
                </a:solidFill>
                <a:latin typeface="Playfair Display"/>
                <a:cs typeface="Playfair Display"/>
                <a:ea typeface="Playfair Display"/>
              </a:rPr>
              <a:t>• Home-cooked meals save average families over $1,500 annually.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layfair Display"/>
              </a:defRPr>
            </a:pPr>
            <a:r>
              <a:rPr sz="1600" b="1">
                <a:solidFill>
                  <a:srgbClr val="C8E6FF"/>
                </a:solidFill>
                <a:latin typeface="Playfair Display"/>
                <a:cs typeface="Playfair Display"/>
                <a:ea typeface="Playfair Display"/>
              </a:rPr>
              <a:t>• The artisan food market grows 7% yearly, driven by passionate home cooks.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layfair Display"/>
              </a:defRPr>
            </a:pPr>
            <a:r>
              <a:rPr sz="1600" b="1">
                <a:solidFill>
                  <a:srgbClr val="C8E6FF"/>
                </a:solidFill>
                <a:latin typeface="Playfair Display"/>
                <a:cs typeface="Playfair Display"/>
                <a:ea typeface="Playfair Display"/>
              </a:rPr>
              <a:t>• Culinary tourism expands, with 30% of travelers seeking food experiences.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layfair Display"/>
              </a:defRPr>
            </a:pPr>
            <a:r>
              <a:rPr sz="1600" b="1">
                <a:solidFill>
                  <a:srgbClr val="C8E6FF"/>
                </a:solidFill>
                <a:latin typeface="Playfair Display"/>
                <a:cs typeface="Playfair Display"/>
                <a:ea typeface="Playfair Display"/>
              </a:rPr>
              <a:t>• Sharing home-cooked food strengthens social bonds and cultural exchange.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layfair Display"/>
              </a:defRPr>
            </a:pPr>
            <a:r>
              <a:rPr sz="1600" b="1">
                <a:solidFill>
                  <a:srgbClr val="C8E6FF"/>
                </a:solidFill>
                <a:latin typeface="Playfair Display"/>
                <a:cs typeface="Playfair Display"/>
                <a:ea typeface="Playfair Display"/>
              </a:rPr>
              <a:t>• Community kitchens and food-sharing events see increased participation.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Roboto"/>
              </a:defRPr>
            </a:pPr>
            <a:r>
              <a:rPr sz="3600" b="1">
                <a:solidFill>
                  <a:srgbClr val="FFFFFF"/>
                </a:solidFill>
                <a:latin typeface="Roboto"/>
                <a:cs typeface="Roboto"/>
                <a:ea typeface="Roboto"/>
              </a:rPr>
              <a:t>Cultivating and Sustaining Passion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layfair Display"/>
              </a:defRPr>
            </a:pPr>
            <a:r>
              <a:rPr sz="1600" b="1">
                <a:solidFill>
                  <a:srgbClr val="C8E6FF"/>
                </a:solidFill>
                <a:latin typeface="Playfair Display"/>
                <a:cs typeface="Playfair Display"/>
                <a:ea typeface="Playfair Display"/>
              </a:rPr>
              <a:t>• Invest in quality ingredients and explore diverse culinary literature.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layfair Display"/>
              </a:defRPr>
            </a:pPr>
            <a:r>
              <a:rPr sz="1600" b="1">
                <a:solidFill>
                  <a:srgbClr val="C8E6FF"/>
                </a:solidFill>
                <a:latin typeface="Playfair Display"/>
                <a:cs typeface="Playfair Display"/>
                <a:ea typeface="Playfair Display"/>
              </a:rPr>
              <a:t>• Experiment with new cuisines, challenging personal cooking limitations often.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layfair Display"/>
              </a:defRPr>
            </a:pPr>
            <a:r>
              <a:rPr sz="1600" b="1">
                <a:solidFill>
                  <a:srgbClr val="C8E6FF"/>
                </a:solidFill>
                <a:latin typeface="Playfair Display"/>
                <a:cs typeface="Playfair Display"/>
                <a:ea typeface="Playfair Display"/>
              </a:rPr>
              <a:t>• Share culinary creations to inspire others and gather constructive feedback.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layfair Display"/>
              </a:defRPr>
            </a:pPr>
            <a:r>
              <a:rPr sz="1600" b="1">
                <a:solidFill>
                  <a:srgbClr val="C8E6FF"/>
                </a:solidFill>
                <a:latin typeface="Playfair Display"/>
                <a:cs typeface="Playfair Display"/>
                <a:ea typeface="Playfair Display"/>
              </a:rPr>
              <a:t>• Join local cooking clubs or online communities for collaborative learning.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layfair Display"/>
              </a:defRPr>
            </a:pPr>
            <a:r>
              <a:rPr sz="1600" b="1">
                <a:solidFill>
                  <a:srgbClr val="C8E6FF"/>
                </a:solidFill>
                <a:latin typeface="Playfair Display"/>
                <a:cs typeface="Playfair Display"/>
                <a:ea typeface="Playfair Display"/>
              </a:rPr>
              <a:t>• Continuously learn new techniques, attending workshops and demonstrations consistently.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layfair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