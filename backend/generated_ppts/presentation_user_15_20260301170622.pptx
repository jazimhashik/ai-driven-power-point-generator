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Roboto" charset="0"/>
      <p:regular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B4"/>
                </a:solidFill>
                <a:latin typeface="Roboto"/>
              </a:defRPr>
            </a:pPr>
            <a:r>
              <a:rPr sz="3600" b="1">
                <a:solidFill>
                  <a:srgbClr val="00FFB4"/>
                </a:solidFill>
                <a:latin typeface="Roboto"/>
                <a:cs typeface="Roboto"/>
                <a:ea typeface="Roboto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Roboto"/>
              </a:defRPr>
            </a:pPr>
            <a:r>
              <a:rPr sz="3600" b="1">
                <a:solidFill>
                  <a:srgbClr val="00FFB4"/>
                </a:solidFill>
                <a:latin typeface="Roboto"/>
                <a:cs typeface="Roboto"/>
                <a:ea typeface="Roboto"/>
              </a:rPr>
              <a:t>Current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Present situation assessment and baseline metrics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Key challenges and opportunities identified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Stakeholder perspectives and requirements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Market dynamics and competitive landscape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Critical success factors for consideration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Roboto"/>
              </a:defRPr>
            </a:pPr>
            <a:r>
              <a:rPr sz="3600" b="1">
                <a:solidFill>
                  <a:srgbClr val="00FFB4"/>
                </a:solidFill>
                <a:latin typeface="Roboto"/>
                <a:cs typeface="Roboto"/>
                <a:ea typeface="Roboto"/>
              </a:rPr>
              <a:t>Key Findings 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Primary discoveries from research and analysis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Data-driven insights supporting main conclusions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Patterns and trends observed in the data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Comparative analysis with industry benchmarks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Strategic implications of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Roboto"/>
              </a:defRPr>
            </a:pPr>
            <a:r>
              <a:rPr sz="3600" b="1">
                <a:solidFill>
                  <a:srgbClr val="00FFB4"/>
                </a:solidFill>
                <a:latin typeface="Roboto"/>
                <a:cs typeface="Roboto"/>
                <a:ea typeface="Roboto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Recommended approach based on analysis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Implementation priorities and quick wins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Resource requirements and timeline estimates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Risk mitigation strategies recommended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Success metrics and KPIs to track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Roboto"/>
              </a:defRPr>
            </a:pPr>
            <a:r>
              <a:rPr sz="3600" b="1">
                <a:solidFill>
                  <a:srgbClr val="00FFB4"/>
                </a:solidFill>
                <a:latin typeface="Roboto"/>
                <a:cs typeface="Roboto"/>
                <a:ea typeface="Roboto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Phase 1: Foundation and quick wins (0-3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Phase 2: Core implementation (3-6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Phase 3: Optimization and scaling (6-12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Key milestones and checkpoints along the way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AAD2FF"/>
                </a:solidFill>
                <a:latin typeface="Roboto"/>
              </a:defRPr>
            </a:pPr>
            <a:r>
              <a:rPr sz="1600" b="1">
                <a:solidFill>
                  <a:srgbClr val="AAD2FF"/>
                </a:solidFill>
                <a:latin typeface="Roboto"/>
                <a:cs typeface="Roboto"/>
                <a:ea typeface="Roboto"/>
              </a:rPr>
              <a:t>• Change management considerations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