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cybercrime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Evolving Threat Vectors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Social engineering tactics exploit human vulnerabilities for unauthorized access.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Supply chain attacks compromise trusted vendor software and integral 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IoT devices present new entry points for botnets and extensive data theft.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AI/ML tools now automate advanced phishing and sophisticated malware generation.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Insider threats contribute significantly to data breaches and corporate sabotage.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Business Impact &amp;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Average cost of a data breach reached $4.45 million in 2023.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Small and medium businesses face disproportionate financial recovery challenges.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Cloud misconfigurations exposed 80% of organizations to potential data loss.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Healthcare and financial sectors remain prime targets due to sensitive data.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Zero-day exploits continuously challenge traditional perimeter network defenses.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Recent Attacks &amp; Costs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Colonial Pipeline ransomware attack disrupted critical fuel distribution in 2021.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Optus breach exposed 10 million customer records, costing AU$140M response.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MOVEit Transfer zero-day affected thousands of organizations globally in 2023.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DDoS attacks grew 7.5 million in Q3 2023, impacting service availability.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Cryptojacking operations drained over $100M from victims annually worldwide.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90A2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37160"/>
          </a:xfrm>
          <a:prstGeom prst="rect">
            <a:avLst/>
          </a:prstGeom>
          <a:solidFill>
            <a:srgbClr val="FF46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8229600" cy="6400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defRPr sz="3600" b="1">
                <a:solidFill>
                  <a:srgbClr val="FFC3E6"/>
                </a:solidFill>
                <a:latin typeface="Poppins"/>
              </a:defRPr>
            </a:pPr>
            <a:r>
              <a:rPr sz="3600" b="1">
                <a:solidFill>
                  <a:srgbClr val="FFC3E6"/>
                </a:solidFill>
                <a:latin typeface="Poppins"/>
              </a:rPr>
              <a:t>Mitigating Cyber Risk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51560"/>
            <a:ext cx="8229600" cy="544068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Implement multi-factor authentication (MFA) across all enterprise systems.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Conduct regular employee cybersecurity training to combat social engineering.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Strengthen incident response plans for rapid detection and containment.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Adopt Zero Trust architecture, verifying every access request explicitly.</a:t>
            </a:r>
          </a:p>
          <a:p>
            <a:pPr>
              <a:spcBef>
                <a:spcPts val="800"/>
              </a:spcBef>
              <a:spcAft>
                <a:spcPts val="500"/>
              </a:spcAft>
              <a:defRPr sz="1600" b="1">
                <a:solidFill>
                  <a:srgbClr val="EBC3F5"/>
                </a:solidFill>
                <a:latin typeface="Poppins"/>
              </a:defRPr>
            </a:pPr>
            <a:r>
              <a:rPr sz="1600" b="1">
                <a:solidFill>
                  <a:srgbClr val="EBC3F5"/>
                </a:solidFill>
                <a:latin typeface="Poppins"/>
              </a:rPr>
              <a:t>• Invest in advanced threat intelligence for proactive defense strategies.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