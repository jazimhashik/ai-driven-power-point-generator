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DM Sans"/>
              </a:defRPr>
            </a:pPr>
            <a:r>
              <a:t>motorcycles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Next-Gen Motorcycle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Electric powertrains offer instant torque and zero emissions, exemplified by models like LiveWire and Zero, setting new performance benchmarks.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Advanced Rider-Assistance Systems (ARAS) integrate ABS, traction control, and blind-spot detection for enhanced safety and collision avoidance.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Integrated connectivity platforms provide GPS, smartphone mirroring, and OTA updates, improving rider experience and vehicle diagnostics.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Lightweight composite materials (carbon fiber, aluminum alloys) reduce overall weight, boosting power-to-weight ratios and handling dynamics.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Semi-active suspension systems adapt real-time to terrain and speed, optimizing comfort and stability across diverse riding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Evolving Rider Preferences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Adventure Touring segment continues robust growth (15% YoY), driven by demand for versatile motorcycles capable of diverse terrain.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Urban Commuter motorcycles gain traction for efficiency and maneuverability in dense city environments, addressing practical transport needs.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Cruiser and Sportbike markets maintain strong loyal bases, emphasizing heritage, performance, and customization options (e.g., Harley-Davidson, Ducati).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Demographic shifts include increasing female ridership and younger consumers attracted to tech-forward, accessible entry-level models.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Subscription and sharing models for motorcycles are emerging, offering flexible access without ownership, particularly appealing in urban centers.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Navigating Industry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Stringent global emission regulations (e.g., Euro 6) demand significant R&amp;D investment for compliance and sustainable powertrain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Limited charging infrastructure presents a key barrier for widespread electric motorcycle adoption, requiring collaborative industry solutions.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Intensified global competition from established and new manufacturers impacts pricing strategies and market share across all segments.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Supply chain disruptions, especially for semiconductor components, continue to delay production schedules and new model launches.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Persistent consumer perception regarding safety and high insurance costs remains a hurdle for attracting new riders in mature markets.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1A1A2E"/>
                </a:solidFill>
                <a:latin typeface="DM Sans"/>
              </a:defRPr>
            </a:pPr>
            <a:r>
              <a:t>Future Growth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Strategic investment in electric vehicle R&amp;D and public-private charging infrastructure partnerships is paramount for market expansion.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Leveraging data analytics for personalized rider experiences and predictive maintenance enhances customer loyalty and operational efficiency.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Exploring new mobility solutions, such as last-mile delivery fleets and urban ride-sharing, expands market reach and diversified revenue streams.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Focus on advanced manufacturing techniques, including automation and additive manufacturing, reduces costs and improves product quality.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Cultivating strong rider communities and executing experiential marketing campaigns builds brand affinity and attracts new, diverse demographics.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