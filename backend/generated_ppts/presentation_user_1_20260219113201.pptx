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 in indian economy and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 Across Key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Agriculture: Precision farming solutions, like satellite imagery for crop health, improve yields by 10-15%.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Healthcare: AI-powered diagnostics reduce misdiagnosis rates and accelerate drug discovery, boosting public health.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Finance: Fraud detection algorithms and personalized banking services enhance security and customer experience.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Education: Adaptive learning platforms personalize curricula, addressing skill gaps crucial for future workforce readiness.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Manufacturing: Predictive maintenance for machinery minimizes downtime by up to 20%, optimizing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Fuelling Economic Prosperity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AI enhances labor productivity by automating routine tasks, freeing human capital for higher-value work.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New job roles in data science, AI engineering, and ethical AI development are rapidly emerging, creating employment.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Start-up ecosystem thrives with AI-first companies attracting significant venture capital, driving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Increased foreign direct investment (FDI) in AI-related ventures positions India as an attractive global hub.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AI-driven solutions are crucial for improving public service delivery, ensuring inclusive growth for citizens.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Navigating AI's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Bridging the digital infrastructure gap is critical to ensure equitable AI access across rural and urban areas.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Addressing the acute shortage of skilled AI professionals requires targeted education and upskilling programs.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Developing robust ethical AI frameworks is essential to mitigate biases, ensure data privacy, and build trust.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Regulatory clarity and agile policy-making are needed to govern rapidly evolving AI technologies responsibly.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Ensuring explainable AI and transparency in decision-making processes is paramount for public acceptance.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India's AI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Fostering collaboration between academia, industry, and government accelerates AI research and development.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Investing in high-performance computing and data centers strengthens India's foundational AI capabilities.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Leveraging India's diverse linguistic data sets for natural language processing offers global advantage.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Positioning India as a leader in responsible AI development by integrating ethics into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Establishing global partnerships to share best practices and drive international standards for AI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