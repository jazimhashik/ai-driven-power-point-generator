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What is Ragging?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Senior initiation rituals.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Humiliation, abuse, harassment.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Power dynamic, often coercive.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Mental and physical torment.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Different Faces of Torment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Verbal abuse: insults, taunts.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Physical acts: forced exercises.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Psychological games: fear, isolation.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Sexual harassment: inappropriate demands.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The Scars Left Behind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Severe anxiety and depression.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Loss of self-esteem, confidence.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Academic performance drops.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Social phobia, isolation.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Roots of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Misconception of "tradition".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Seniority complex, power play.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Lack of strict enforcement.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Victim's fear of reporting.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4D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Building a Safe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Zero-tolerance policy.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Strong anti-ragging committees.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Confidential reporting mechanisms.</a:t>
            </a:r>
          </a:p>
          <a:p>
            <a:pPr lvl="1">
              <a:defRPr sz="1800">
                <a:solidFill>
                  <a:srgbClr val="C8FFC8"/>
                </a:solidFill>
                <a:latin typeface="Arial"/>
              </a:defRPr>
            </a:pPr>
            <a:r>
              <a:t>Awareness campaigns for students.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