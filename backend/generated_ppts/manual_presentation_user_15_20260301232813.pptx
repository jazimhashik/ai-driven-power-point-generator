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Palatino Linotype"/>
              </a:defRPr>
            </a:pPr>
            <a:r>
              <a:rPr sz="3600" b="1">
                <a:solidFill>
                  <a:srgbClr val="78B4FF"/>
                </a:solidFill>
                <a:latin typeface="Palatino Linotype"/>
                <a:cs typeface="Palatino Linotype"/>
                <a:ea typeface="Palatino Linotype"/>
              </a:rPr>
              <a:t>ai in india 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Century Gothic"/>
              </a:defRPr>
            </a:pPr>
            <a:r>
              <a:rPr sz="22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ai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Palatino Linotype"/>
              </a:defRPr>
            </a:pPr>
            <a:r>
              <a:rPr sz="3600" b="1">
                <a:solidFill>
                  <a:srgbClr val="78B4FF"/>
                </a:solidFill>
                <a:latin typeface="Palatino Linotype"/>
                <a:cs typeface="Palatino Linotype"/>
                <a:ea typeface="Palatino Linotype"/>
              </a:rPr>
              <a:t>first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ok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1k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2k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second slide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pk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Palatino Linotype"/>
              </a:defRPr>
            </a:pPr>
            <a:r>
              <a:rPr sz="3600" b="1">
                <a:solidFill>
                  <a:srgbClr val="78B4FF"/>
                </a:solidFill>
                <a:latin typeface="Palatino Linotype"/>
                <a:cs typeface="Palatino Linotype"/>
                <a:ea typeface="Palatino Linotype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Century Gothic"/>
              </a:defRPr>
            </a:pPr>
            <a:r>
              <a:rPr sz="22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alatino Linoty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