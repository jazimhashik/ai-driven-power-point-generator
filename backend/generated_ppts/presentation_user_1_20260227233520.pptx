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cooking as a passion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Drivers of Culinary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Increased desire for healthier, personalized meals.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Social media platforms inspire new culinary exploration.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Community engagement via classes and food blogs.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Sourcing local, sustainable ingredients fuels interest.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Boosts mental well-being; 85% find cooking therapeutic.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Profound Benefits of Passionate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Enhances physical health through nutritious, fresh ingredients.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Boosts creativity; 70% explore new recipes weekly.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Strengthens social bonds, shared meals build community.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Develops valuable life skills and self-sufficiency.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Offers potential for entrepreneurship and side hustles.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Market Trends &amp; Culinary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Global meal kit market projected $20B by 2027.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Culinary school enrollments increased 15% post-pandemic.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Food blogging and content creation grew 30% annually.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Smart kitchen appliance sales up 25% year-over-year.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60% of home cooks experiment with global cuisines.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Cultivating and Sustaining Passion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Invest in quality ingredients and essential kitchen tools.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Explore diverse cuisines through classes or online tutorials.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Share culinary creations; join local cooking communities.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Document your journey: food journals or social media.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Advocate for food education in schools and communities.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