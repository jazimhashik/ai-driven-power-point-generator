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What is Ragging?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Harmful initiation ritual.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Abuse by seniors, often against juniors.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A display of power and dominance.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Not a harmless tradition, but a crime.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Faces of Ragging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Physical: Assaults, forced acts.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Verbal: Insults, threats, humiliation.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Psychological: Mental torment, isolation.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Sexual: Obscene acts, harassment.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Deep Scars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Crippling fear and anxiety.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Loss of self-esteem and confidence.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Severe academic distress, dropouts.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Depression, suicidal ideation.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Roots of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Misconception of 'seniority'.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Peer pressure and herd mentality.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Lack of awareness or sensitivity.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Inadequate reporting mechanisms.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A United Stand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Implement strict anti-ragging laws.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Promote visible anti-ragging committees.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Establish confidential reporting systems.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Conduct awareness and sensitization drives.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