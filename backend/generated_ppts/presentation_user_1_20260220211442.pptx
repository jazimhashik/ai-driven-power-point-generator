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DM Sans"/>
              </a:defRPr>
            </a:pPr>
            <a:r>
              <a:t>gods own country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D4AF37"/>
                </a:solidFill>
                <a:latin typeface="DM Sans"/>
              </a:defRPr>
            </a:pPr>
            <a:r>
              <a:t>Key Sectoral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Premium tourism sector, generating $5.5B annually, offers high ROI in niche markets.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Robust IT/ITeS ecosystem with Technopark &amp; Infopark driving innovation and digital services.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World-class healthcare infrastructure fuels medical tourism and pharmaceutical R&amp;D initiatives.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Value-added agricultural and spice processing provides significant export potential.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Emerging marine and seafood processing sector presents untapped global market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D4AF37"/>
                </a:solidFill>
                <a:latin typeface="DM Sans"/>
              </a:defRPr>
            </a:pPr>
            <a:r>
              <a:t>Investment Climate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Pro-investment government policies through 'Invest Kerala' initiatives streamline business setup.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Advanced physical infrastructure includes four international airports and extensive road networks.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High digital connectivity, with India's first state-owned internet service (KFON), ensures seamless operations.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Dedicated industrial parks and special economic zones (SEZs) offer attractive fiscal incentives.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Simplified regulatory framework and single-window clearance enhance ease of doing business.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D4AF37"/>
                </a:solidFill>
                <a:latin typeface="DM Sans"/>
              </a:defRPr>
            </a:pPr>
            <a:r>
              <a:t>Human Capital &amp; Innovation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Highest literacy rate nationally (96.2%) ensures a highly educated and adaptable populace.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Vibrant startup ecosystem with over 4,000 registered startups by 2023 fosters innovation.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Strong focus on R&amp;D, driving technological advancement in key industry clusters.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Access to a large pool of English-speaking, technically proficient graduates.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Continuous skill development programs align workforce capabilities with industry demands.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D4AF37"/>
                </a:solidFill>
                <a:latin typeface="DM Sans"/>
              </a:defRPr>
            </a:pPr>
            <a:r>
              <a:t>Sustainable Growth &amp;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Pioneering sustainable development models attract significant green investments.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Strong commitment to renewable energy adoption reduces carbon footprint and operational costs.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High environmental stewardship preserves natural capital, ensuring long-term ecological balance.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Proactive adaptation to global market trends ensures future-proof business strategies.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Vision for a knowledge-based economy drives long-term prosperity and societal well-being.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