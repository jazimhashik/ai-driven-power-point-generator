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ai in indian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Current State: India's AI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Rapid growth in AI startups, over 1000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Sectoral Growth Drivers from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Healthcare: AI enhances diagnostics, drug discovery.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Economic Benefits and Key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AI could add 2.5% to India's annual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Future Strategy and Policy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Invest heavily in AI research and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