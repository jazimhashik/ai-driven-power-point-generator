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  <a:cs typeface="Times New Roman"/>
                <a:ea typeface="Times New Roman"/>
              </a:rPr>
              <a:t>ai in indian economy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AFF"/>
                </a:solidFill>
                <a:latin typeface="Guazhiru"/>
              </a:defRPr>
            </a:pPr>
            <a:r>
              <a:rPr sz="22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ai in indian economy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  <a:cs typeface="Times New Roman"/>
                <a:ea typeface="Times New Roman"/>
              </a:rPr>
              <a:t>Current AI Landscape in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India's AI adoption rate steadily increasing across industries.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Over 4,000 AI startups thriving in Bangalore, Hyderabad, Delhi.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Growing talent pool with 450,000+ AI professionals by 2023.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Data infrastructure improvements support advanced AI model training.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Challenges include data privacy concerns and ethical AI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  <a:cs typeface="Times New Roman"/>
                <a:ea typeface="Times New Roman"/>
              </a:rPr>
              <a:t>Sectoral Impact and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Healthcare utilizes AI for precision diagnostics, personalized treatment plans.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Financial services deploy AI for fraud detection, risk management, chatbots.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Agriculture sector benefits from AI in crop monitoring, yield prediction.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Manufacturing implements AI for predictive maintenance, process optimization.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Education leverages AI for adaptive learning platforms and skill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  <a:cs typeface="Times New Roman"/>
                <a:ea typeface="Times New Roman"/>
              </a:rPr>
              <a:t>Growth Projections and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NITI Aayog's 'AI for All' strategy aims for broad economic impact.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AI investments in India surged to $885 million in 2022.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Industry 4.0 adoption sees AI boosting manufacturing efficiency by 15-20%.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Rural AI projects improve accessibility, e-governance for citizens.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Skill development initiatives target training 1 million AI professionals.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  <a:cs typeface="Times New Roman"/>
                <a:ea typeface="Times New Roman"/>
              </a:rPr>
              <a:t>Future Strategy and Road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Increase government funding for advanced AI research and development.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Strengthen collaboration between academia, industry, and startups.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Establish clear regulatory frameworks for ethical AI governance.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Expand AI education and reskilling programs for future workforce needs.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Guazhiru"/>
              </a:defRPr>
            </a:pPr>
            <a:r>
              <a:rPr sz="16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• Promote AI adoption in MSMEs to enhance competitiveness and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Times New Roman"/>
              </a:defRPr>
            </a:pPr>
            <a:r>
              <a:rPr sz="3600" b="1">
                <a:solidFill>
                  <a:srgbClr val="78B4FF"/>
                </a:solidFill>
                <a:latin typeface="Times New Roman"/>
                <a:cs typeface="Times New Roman"/>
                <a:ea typeface="Times New Roman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AFF"/>
                </a:solidFill>
                <a:latin typeface="Guazhiru"/>
              </a:defRPr>
            </a:pPr>
            <a:r>
              <a:rPr sz="2200" b="1">
                <a:solidFill>
                  <a:srgbClr val="DCEAFF"/>
                </a:solidFill>
                <a:latin typeface="Guazhiru"/>
                <a:cs typeface="Guazhiru"/>
                <a:ea typeface="Guazhiru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uazhiru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