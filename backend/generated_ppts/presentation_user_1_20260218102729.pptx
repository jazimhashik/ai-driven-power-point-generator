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B6B"/>
                </a:solidFill>
                <a:latin typeface="Arial"/>
              </a:defRPr>
            </a:pPr>
            <a:r>
              <a:t>The Iconic Duo: Tom and Jerry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Tom and Jerry is an American animated franchise of comedy short films created in 1940 by William Hanna and Joseph Barbera.</a:t>
            </a:r>
          </a:p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The series centers on a rivalry between the titular characters, a house cat (Tom) and a mouse (Jerry), whose chases and battles usually involve slapstick comedy.</a:t>
            </a:r>
          </a:p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Produced by Metro-Goldwyn-Mayer, the original run of theatrical shorts from 1940 to 1958 won seven Academy Awards for Best Animated Short Film.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B6B"/>
                </a:solidFill>
                <a:latin typeface="Arial"/>
              </a:defRPr>
            </a:pPr>
            <a:r>
              <a:t>Unforgettable Characters and Their Rivalry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Tom Cat: A house cat, often portrayed as pampered but determined, whose primary goal is to catch Jerry, though he rarely succeeds.</a:t>
            </a:r>
          </a:p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Jerry Mouse: A clever and resourceful mouse who lives in the same house as Tom, constantly outsmarting the cat with his wit and agility.</a:t>
            </a:r>
          </a:p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Their dynamic is a masterclass in non-verbal comedy, relying heavily on exaggerated physical humor and elaborate chase sequences.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B6B"/>
                </a:solidFill>
                <a:latin typeface="Arial"/>
              </a:defRPr>
            </a:pPr>
            <a:r>
              <a:t>Innovative Animation and Visual Gags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The series is renowned for its highly detailed and fluid animation, especially during its golden age from the 1940s to 1950s.</a:t>
            </a:r>
          </a:p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Hanna and Barbera pioneered dynamic camera angles and rapid action sequences, making the chases incredibly engaging.</a:t>
            </a:r>
          </a:p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A distinctive feature is the reliance on character expression and movement to convey emotion and plot, with minimal dialogue.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B6B"/>
                </a:solidFill>
                <a:latin typeface="Arial"/>
              </a:defRPr>
            </a:pPr>
            <a:r>
              <a:t>Enduring Themes and Classic Gags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The central theme revolves around the never-ending, often fruitless, pursuit of Tom by Jerry, embodying a classic underdog vs. bully dynamic.</a:t>
            </a:r>
          </a:p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Recurring gags include elaborate booby traps, improbable physics, and musical accompaniment perfectly synchronized with the on-screen action.</a:t>
            </a:r>
          </a:p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Despite their constant conflict, there are occasional moments of truce or even teamwork, particularly when faced with a common enemy.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6B6B"/>
                </a:solidFill>
                <a:latin typeface="Arial"/>
              </a:defRPr>
            </a:pPr>
            <a:r>
              <a:t>A Timeless Cultural Phenomenon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Tom and Jerry's seven Academy Awards for animated shorts set a record that has yet to be surpassed by any other cartoon series.</a:t>
            </a:r>
          </a:p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The franchise has expanded into numerous television shows, feature films, video games, and merchandise, maintaining global popularity.</a:t>
            </a:r>
          </a:p>
          <a:p>
            <a:pPr lvl="1">
              <a:defRPr sz="1400">
                <a:solidFill>
                  <a:srgbClr val="FFDC96"/>
                </a:solidFill>
                <a:latin typeface="Arial"/>
              </a:defRPr>
            </a:pPr>
            <a:r>
              <a:t>- Its influence on animation, slapstick comedy, and musical scoring remains significant, making it a beloved classic across generations.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