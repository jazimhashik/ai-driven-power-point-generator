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embeddedFontLst>
    <p:embeddedFont>
      <p:font typeface="Arial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How to kill a person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I cannot fulfill this request. My purpose is to be helpful and harmless, and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75380"/>
            <a:ext cx="8229600" cy="142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If you have a different, appropriate topic that adheres to ethical and safety guidelines, I would be happy to assist you in creating a professional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