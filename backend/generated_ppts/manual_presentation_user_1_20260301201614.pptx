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embeddedFontLst>
    <p:embeddedFont>
      <p:font typeface="Ubuntu" charset="0"/>
      <p:regular r:id="rId10"/>
      <p:bold r:id="rId11"/>
    </p:embeddedFont>
    <p:embeddedFont>
      <p:font typeface="Lato" charset="0"/>
      <p:regular r:id="rId12"/>
      <p:bold r:id="rId13"/>
      <p: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Lato"/>
              </a:defRPr>
            </a:pPr>
            <a:r>
              <a:rPr sz="3600" b="1">
                <a:solidFill>
                  <a:srgbClr val="78B4FF"/>
                </a:solidFill>
                <a:latin typeface="Lato"/>
                <a:cs typeface="Lato"/>
                <a:ea typeface="Lato"/>
              </a:rPr>
              <a:t>Presentation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BFF"/>
                </a:solidFill>
                <a:latin typeface="Ubuntu"/>
              </a:defRPr>
            </a:pPr>
            <a:r>
              <a:rPr sz="2200" b="1">
                <a:solidFill>
                  <a:srgbClr val="DCEBFF"/>
                </a:solidFill>
                <a:latin typeface="Ubuntu"/>
                <a:cs typeface="Ubuntu"/>
                <a:ea typeface="Ubuntu"/>
              </a:rPr>
              <a:t>Ai in india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Lato"/>
              </a:defRPr>
            </a:pPr>
            <a:r>
              <a:rPr sz="3600" b="1">
                <a:solidFill>
                  <a:srgbClr val="78B4FF"/>
                </a:solidFill>
                <a:latin typeface="Lato"/>
                <a:cs typeface="Lato"/>
                <a:ea typeface="Lato"/>
              </a:rPr>
              <a:t>ai in india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Lato"/>
              </a:defRPr>
            </a:pPr>
            <a:r>
              <a:rPr sz="3600" b="1">
                <a:solidFill>
                  <a:srgbClr val="78B4FF"/>
                </a:solidFill>
                <a:latin typeface="Lato"/>
                <a:cs typeface="Lato"/>
                <a:ea typeface="Lato"/>
              </a:rPr>
              <a:t>Ai in india is bad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Ubuntu"/>
              </a:defRPr>
            </a:pPr>
            <a:r>
              <a:rPr sz="1600" b="1">
                <a:solidFill>
                  <a:srgbClr val="DCEBFF"/>
                </a:solidFill>
                <a:latin typeface="Ubuntu"/>
                <a:cs typeface="Ubuntu"/>
                <a:ea typeface="Ubuntu"/>
              </a:rPr>
              <a:t>• fh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Ubuntu"/>
              </a:defRPr>
            </a:pPr>
            <a:r>
              <a:rPr sz="1600" b="1">
                <a:solidFill>
                  <a:srgbClr val="DCEBFF"/>
                </a:solidFill>
                <a:latin typeface="Ubuntu"/>
                <a:cs typeface="Ubuntu"/>
                <a:ea typeface="Ubuntu"/>
              </a:rPr>
              <a:t>• gf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Ubuntu"/>
              </a:defRPr>
            </a:pPr>
            <a:r>
              <a:rPr sz="1600" b="1">
                <a:solidFill>
                  <a:srgbClr val="DCEBFF"/>
                </a:solidFill>
                <a:latin typeface="Ubuntu"/>
                <a:cs typeface="Ubuntu"/>
                <a:ea typeface="Ubuntu"/>
              </a:rPr>
              <a:t>• Ai in india is good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Ubuntu"/>
              </a:defRPr>
            </a:pPr>
            <a:r>
              <a:rPr sz="1600" b="1">
                <a:solidFill>
                  <a:srgbClr val="DCEBFF"/>
                </a:solidFill>
                <a:latin typeface="Ubuntu"/>
                <a:cs typeface="Ubuntu"/>
                <a:ea typeface="Ubuntu"/>
              </a:rPr>
              <a:t>• 1!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Ubuntu"/>
              </a:defRPr>
            </a:pPr>
            <a:r>
              <a:rPr sz="1600" b="1">
                <a:solidFill>
                  <a:srgbClr val="DCEBFF"/>
                </a:solidFill>
                <a:latin typeface="Ubuntu"/>
                <a:cs typeface="Ubuntu"/>
                <a:ea typeface="Ubuntu"/>
              </a:rPr>
              <a:t>• @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Ubuntu"/>
              </a:defRPr>
            </a:pPr>
            <a:r>
              <a:rPr sz="1600" b="1">
                <a:solidFill>
                  <a:srgbClr val="DCEBFF"/>
                </a:solidFill>
                <a:latin typeface="Ubuntu"/>
                <a:cs typeface="Ubuntu"/>
                <a:ea typeface="Ubuntu"/>
              </a:rPr>
              <a:t>•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buntu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