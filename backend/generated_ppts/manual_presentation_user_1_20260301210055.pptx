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embeddedFontLst>
    <p:embeddedFont>
      <p:font typeface="Cambria" charset="0"/>
      <p:regular r:id="rId10"/>
    </p:embeddedFont>
    <p:embeddedFont>
      <p:font typeface="Tahoma" charset="0"/>
      <p:regular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font" Target="fonts/font1.fntdata"/><Relationship Id="rId11" Type="http://schemas.openxmlformats.org/officeDocument/2006/relationships/font" Target="fonts/font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8056" y="44805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448056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320040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82812" y="32004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42732" y="44805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54796" y="448056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6496812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548640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" y="636879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5856732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6496812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82812" y="548640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2732" y="636879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54796" y="5856732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8B4FF"/>
                </a:solidFill>
                <a:latin typeface="Cambria"/>
              </a:defRPr>
            </a:pPr>
            <a:r>
              <a:rPr sz="3600" b="1">
                <a:solidFill>
                  <a:srgbClr val="78B4FF"/>
                </a:solidFill>
                <a:latin typeface="Cambria"/>
                <a:cs typeface="Cambria"/>
                <a:ea typeface="Cambria"/>
              </a:rPr>
              <a:t>ai in india title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3657600"/>
            <a:ext cx="2286000" cy="32004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CEBFF"/>
                </a:solidFill>
                <a:latin typeface="Tahoma"/>
              </a:defRPr>
            </a:pPr>
            <a:r>
              <a:rPr sz="2200" b="1">
                <a:solidFill>
                  <a:srgbClr val="DCEBFF"/>
                </a:solidFill>
                <a:latin typeface="Tahoma"/>
                <a:cs typeface="Tahoma"/>
                <a:ea typeface="Tahoma"/>
              </a:rPr>
              <a:t>ai in india sub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78B4FF"/>
                </a:solidFill>
                <a:latin typeface="Cambria"/>
              </a:defRPr>
            </a:pPr>
            <a:r>
              <a:rPr sz="3600" b="1">
                <a:solidFill>
                  <a:srgbClr val="78B4FF"/>
                </a:solidFill>
                <a:latin typeface="Cambria"/>
                <a:cs typeface="Cambria"/>
                <a:ea typeface="Cambria"/>
              </a:rPr>
              <a:t>slide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DCEBFF"/>
                </a:solidFill>
                <a:latin typeface="Tahoma"/>
              </a:defRPr>
            </a:pPr>
            <a:r>
              <a:rPr sz="1600" b="1">
                <a:solidFill>
                  <a:srgbClr val="DCEBFF"/>
                </a:solidFill>
                <a:latin typeface="Tahoma"/>
                <a:cs typeface="Tahoma"/>
                <a:ea typeface="Tahoma"/>
              </a:rPr>
              <a:t>• one  one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DCEBFF"/>
                </a:solidFill>
                <a:latin typeface="Tahoma"/>
              </a:defRPr>
            </a:pPr>
            <a:r>
              <a:rPr sz="1600" b="1">
                <a:solidFill>
                  <a:srgbClr val="DCEBFF"/>
                </a:solidFill>
                <a:latin typeface="Tahoma"/>
                <a:cs typeface="Tahoma"/>
                <a:ea typeface="Tahoma"/>
              </a:rPr>
              <a:t>• two two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DCEBFF"/>
                </a:solidFill>
                <a:latin typeface="Tahoma"/>
              </a:defRPr>
            </a:pPr>
            <a:r>
              <a:rPr sz="1600" b="1">
                <a:solidFill>
                  <a:srgbClr val="DCEBFF"/>
                </a:solidFill>
                <a:latin typeface="Tahoma"/>
                <a:cs typeface="Tahoma"/>
                <a:ea typeface="Tahoma"/>
              </a:rPr>
              <a:t>• three three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DCEBFF"/>
                </a:solidFill>
                <a:latin typeface="Tahoma"/>
              </a:defRPr>
            </a:pPr>
            <a:r>
              <a:rPr sz="1600" b="1">
                <a:solidFill>
                  <a:srgbClr val="DCEBFF"/>
                </a:solidFill>
                <a:latin typeface="Tahoma"/>
                <a:cs typeface="Tahoma"/>
                <a:ea typeface="Tahoma"/>
              </a:rPr>
              <a:t>• slide 2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DCEBFF"/>
                </a:solidFill>
                <a:latin typeface="Tahoma"/>
              </a:defRPr>
            </a:pPr>
            <a:r>
              <a:rPr sz="1600" b="1">
                <a:solidFill>
                  <a:srgbClr val="DCEBFF"/>
                </a:solidFill>
                <a:latin typeface="Tahoma"/>
                <a:cs typeface="Tahoma"/>
                <a:ea typeface="Tahoma"/>
              </a:rPr>
              <a:t>• one  one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600" b="1">
                <a:solidFill>
                  <a:srgbClr val="DCEBFF"/>
                </a:solidFill>
                <a:latin typeface="Tahoma"/>
              </a:defRPr>
            </a:pPr>
            <a:r>
              <a:rPr sz="1600" b="1">
                <a:solidFill>
                  <a:srgbClr val="DCEBFF"/>
                </a:solidFill>
                <a:latin typeface="Tahoma"/>
                <a:cs typeface="Tahoma"/>
                <a:ea typeface="Tahoma"/>
              </a:rPr>
              <a:t>• two two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8056" y="44805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448056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320040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82812" y="32004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42732" y="44805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54796" y="448056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6496812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548640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" y="636879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5856732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6496812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82812" y="548640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2732" y="636879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54796" y="5856732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1031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8B4FF"/>
                </a:solidFill>
                <a:latin typeface="Cambria"/>
              </a:defRPr>
            </a:pPr>
            <a:r>
              <a:rPr sz="3600" b="1">
                <a:solidFill>
                  <a:srgbClr val="78B4FF"/>
                </a:solidFill>
                <a:latin typeface="Cambria"/>
                <a:cs typeface="Cambria"/>
                <a:ea typeface="Cambria"/>
              </a:rPr>
              <a:t>Thank You!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3657600"/>
            <a:ext cx="2286000" cy="32004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39319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CEBFF"/>
                </a:solidFill>
                <a:latin typeface="Tahoma"/>
              </a:defRPr>
            </a:pPr>
            <a:r>
              <a:rPr sz="2200" b="1">
                <a:solidFill>
                  <a:srgbClr val="DCEBFF"/>
                </a:solidFill>
                <a:latin typeface="Tahoma"/>
                <a:cs typeface="Tahoma"/>
                <a:ea typeface="Tahoma"/>
              </a:rPr>
              <a:t>We appreciate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ahom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