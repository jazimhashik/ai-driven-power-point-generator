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embeddedFontLst>
    <p:embeddedFont>
      <p:font typeface="Poppins" charset="0"/>
      <p:regular r:id="rId11"/>
      <p:bold r:id="rId12"/>
      <p:italic r:id="rId13"/>
    </p:embeddedFont>
    <p:embeddedFont>
      <p:font typeface="Candara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cybercrime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BC3F5"/>
                </a:solidFill>
                <a:latin typeface="Candara"/>
              </a:defRPr>
            </a:pPr>
            <a:r>
              <a:rPr sz="22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EB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BERBb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ebetrb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fdweg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berrtn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bdgrtj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btrtnny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ndara"/>
              </a:defRPr>
            </a:pPr>
            <a:r>
              <a:rPr sz="16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• ntrnrty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BC3F5"/>
                </a:solidFill>
                <a:latin typeface="Candara"/>
              </a:defRPr>
            </a:pPr>
            <a:r>
              <a:rPr sz="2200" b="1">
                <a:solidFill>
                  <a:srgbClr val="EBC3F5"/>
                </a:solidFill>
                <a:latin typeface="Candara"/>
                <a:cs typeface="Candara"/>
                <a:ea typeface="Candara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