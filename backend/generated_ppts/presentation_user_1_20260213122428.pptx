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Understanding Ragging in Colleges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Initiations turning into harassment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Senior students asserting dominance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Often involves physical or psychological abuse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A harmful tradition, not a harmless prank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Faces of Ragging: Beyond the Jokes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Forced embarrassing acts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Verbal abuse and taunts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Physical tasks or discomfort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Demands for personal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Scars of Ragging: Victim's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Deep emotional trauma and anxiety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Loss of self-confidence and trust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Physical injuries, sometimes severe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Academic decline and dropouts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Combating Ragging: Laws and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Strict anti-ragging laws in place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College anti-ragging committees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Helplines and reporting mechanisms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Severe penalties for offenders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Towards a Respectful Campus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Promote empathy and mutual respect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Foster mentorship, not dominance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Encourage open communication channels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- Zero tolerance for any form of ragging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