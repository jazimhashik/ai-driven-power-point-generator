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Poppins"/>
              </a:defRPr>
            </a:pPr>
            <a:r>
              <a:rPr>
                <a:latin typeface="Poppins"/>
              </a:rPr>
              <a:t>ai in indian economy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rPr>
                <a:latin typeface="Poppins"/>
              </a:rPr>
              <a:t>Transforming Key Indian Sectors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Agriculture: Precision farming boosts crop yields.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rPr>
                <a:latin typeface="Poppins"/>
              </a:rPr>
              <a:t>Boosting India's GDP Potential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Increases operational efficiency substantially.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rPr>
                <a:latin typeface="Poppins"/>
              </a:rPr>
              <a:t>Navigating AI Adoption Hurdles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Data Privacy: Robust regulations are essential.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rPr>
                <a:latin typeface="Poppins"/>
              </a:rPr>
              <a:t>India's Promising AI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Continued rapid AI adoption expected.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