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FC8"/>
                </a:solidFill>
                <a:latin typeface="Arial"/>
              </a:defRPr>
            </a:pPr>
            <a:r>
              <a:t>The Black Box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Deep learning excels, but its decisions are opaque.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High accuracy, yet hidden reasoning.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Critical applications demand understanding, not just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FC8"/>
                </a:solidFill>
                <a:latin typeface="Arial"/>
              </a:defRPr>
            </a:pPr>
            <a:r>
              <a:t>Why DL Explanations Are Hard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Vast, complex neural network architectures.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Millions of interconnected, non-linear parameters.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Abstract feature representations, not human-readable.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Tracing input to output causality is challenging.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FC8"/>
                </a:solidFill>
                <a:latin typeface="Arial"/>
              </a:defRPr>
            </a:pPr>
            <a:r>
              <a:t>Eroding Trust in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Lack of transparency breeds suspicion.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Difficulty in identifying and mitigating biases.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Hard to audit decisions for fairness or safety.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Public and regulatory demands for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FC8"/>
                </a:solidFill>
                <a:latin typeface="Arial"/>
              </a:defRPr>
            </a:pPr>
            <a:r>
              <a:t>Real-World Repercussions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Limited adoption in sensitive domains (healthcare, law).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Trouble diagnosing and correcting AI errors.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Legal and ethical liability gaps.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Hindered progress due to skepticism and resistance.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FFC8"/>
                </a:solidFill>
                <a:latin typeface="Arial"/>
              </a:defRPr>
            </a:pPr>
            <a:r>
              <a:t>Path to Trustworthy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Developing Explainable AI (XAI) methods.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Designing inherently interpretable model architectures.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Establishing clear ethical AI frameworks and governance.</a:t>
            </a:r>
          </a:p>
          <a:p>
            <a:pPr lvl="1">
              <a:defRPr sz="1800">
                <a:solidFill>
                  <a:srgbClr val="B4B4DC"/>
                </a:solidFill>
                <a:latin typeface="Calibri"/>
              </a:defRPr>
            </a:pPr>
            <a:r>
              <a:t>*   Fostering human-AI collaboration for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