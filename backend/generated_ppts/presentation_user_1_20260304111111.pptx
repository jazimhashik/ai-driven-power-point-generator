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embeddedFontLst>
    <p:embeddedFont>
      <p:font typeface="Arial" charset="0"/>
      <p:regular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font" Target="fonts/font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8B4FF"/>
                </a:solidFill>
                <a:latin typeface="Arial"/>
              </a:defRPr>
            </a:pPr>
            <a:r>
              <a:rPr sz="3600" b="1">
                <a:solidFill>
                  <a:srgbClr val="78B4FF"/>
                </a:solidFill>
                <a:latin typeface="Arial"/>
                <a:cs typeface="Arial"/>
                <a:ea typeface="Arial"/>
              </a:rPr>
              <a:t>killing a person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Arial"/>
              </a:defRPr>
            </a:pPr>
            <a:r>
              <a:rPr sz="3600" b="1">
                <a:solidFill>
                  <a:srgbClr val="78B4FF"/>
                </a:solidFill>
                <a:latin typeface="Arial"/>
                <a:cs typeface="Arial"/>
                <a:ea typeface="Arial"/>
              </a:rPr>
              <a:t>Current Legal Frameworks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34260"/>
            <a:ext cx="8229600" cy="3606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Jurisdictions classify homicides into various specific legal categories.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Intent, premeditation, and circumstances define differing legal charges.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Global homicide rates present significant regional and contextual variations.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Legal systems enforce strict laws to deter and prosecute these acts.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Current judicial trends emphasize accountability and victim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Arial"/>
              </a:defRPr>
            </a:pPr>
            <a:r>
              <a:rPr sz="3600" b="1">
                <a:solidFill>
                  <a:srgbClr val="78B4FF"/>
                </a:solidFill>
                <a:latin typeface="Arial"/>
                <a:cs typeface="Arial"/>
                <a:ea typeface="Arial"/>
              </a:rPr>
              <a:t>Key Contributing Factors and Impacts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34260"/>
            <a:ext cx="8229600" cy="3606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Socioeconomic disparities often correlate with elevated homicide incidents.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Mental health crises can sometimes precede violent criminal behaviors.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Impact extends beyond direct victims to families and broader communities.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Forensic science plays a crucial role in investigating complex incidents.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Long-term psychological trauma affects all involved parties significantly.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Arial"/>
              </a:defRPr>
            </a:pPr>
            <a:r>
              <a:rPr sz="3600" b="1">
                <a:solidFill>
                  <a:srgbClr val="78B4FF"/>
                </a:solidFill>
                <a:latin typeface="Arial"/>
                <a:cs typeface="Arial"/>
                <a:ea typeface="Arial"/>
              </a:rPr>
              <a:t>Statistical Trends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34260"/>
            <a:ext cx="8229600" cy="3606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FBI data indicated a 4.9% rise in homicides from 2019 to 2020.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UNODC reports global intentional homicide rate at 6.1 per 100,000.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Research suggests correlation between firearm availability and homicide rates.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Victim demographics often reveal patterns of vulnerability and risk factors.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Legal precedents establish benchmarks for culpability and appropriate sentencing.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Arial"/>
              </a:defRPr>
            </a:pPr>
            <a:r>
              <a:rPr sz="3600" b="1">
                <a:solidFill>
                  <a:srgbClr val="78B4FF"/>
                </a:solidFill>
                <a:latin typeface="Arial"/>
                <a:cs typeface="Arial"/>
                <a:ea typeface="Arial"/>
              </a:rPr>
              <a:t>Prevention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51379"/>
            <a:ext cx="8229600" cy="3606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Strengthen community-based violence prevention and intervention initiatives.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Enhance mental health services to address underlying behavioral causes.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Improve forensic capabilities for more thorough and accurate investigations.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Implement restorative justice principles where appropriate and feasible.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Arial"/>
              </a:defRPr>
            </a:pPr>
            <a:r>
              <a:rPr sz="1600" b="1">
                <a:solidFill>
                  <a:srgbClr val="DCEAFF"/>
                </a:solidFill>
                <a:latin typeface="Arial"/>
                <a:cs typeface="Arial"/>
                <a:ea typeface="Arial"/>
              </a:rPr>
              <a:t>• Support victim advocacy and long-term recovery services diligently.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