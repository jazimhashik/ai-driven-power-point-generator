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ai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Current CX Landscape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Inconsistent customer experiences persist across fragmented channels.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Legacy systems hinder agile response to evolving customer demands.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Customer data remains siloed, preventing holistic journey mapping.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Competitive pressures demand faster innovation in digital services.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High customer churn rates indicate unmet expectations and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Strategic CX Focus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Personalize customer journeys using advanced AI and machine learning.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Develop a robust omnichannel platform for seamless interactions.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Implement real-time analytics to understand customer sentiment deeply.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Empower customers with intuitive self-service options 24/7.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Integrate feedback loops to continuously refine service offerings.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Impactful Digital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Launched a new mobile app, increasing self-service usage by 40%.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Implemented an AI chatbot, deflecting 25% of tier-1 support calls.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Deployed predictive analytics, reducing proactive outreach costs by 18%.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Consolidated CRM platforms, achieving a unified customer view 95% complete.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Enhanced personalization engines, boosting cross-sell conversions by 12%.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Finalize technology stack selection and vendor partnerships by Q3.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Initiate agile pilot programs for critical customer journey segments.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Allocate dedicated resources for data governance and integration efforts.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Establish key performance indicators (KPIs) for CX transformation tracking.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Conduct quarterly reviews to adapt strategy based on performance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