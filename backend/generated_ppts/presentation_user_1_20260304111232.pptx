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embeddedFontLst>
    <p:embeddedFont>
      <p:font typeface="Arial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How to kill a person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I cannot fulfill this request. My purpose is to be helpful and harmless, and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54400"/>
            <a:ext cx="8229600" cy="1869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 cannot provide any information or create content that could be interpreted as instructions or encouragement for harmful acts.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If you have a different, appropriate topic for a professional presentation, I would be happy to assist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