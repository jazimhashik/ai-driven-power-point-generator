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8AB4FF"/>
                </a:solidFill>
                <a:latin typeface="Arial"/>
              </a:defRPr>
            </a:pPr>
            <a:r>
              <a:t>ideas are good_x000D_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C8DCFF"/>
                </a:solidFill>
                <a:latin typeface="Calibri"/>
              </a:defRPr>
            </a:pPr>
            <a:r>
              <a:t>india is heaven</a:t>
            </a:r>
          </a:p>
          <a:p>
            <a:pPr lvl="1">
              <a:defRPr sz="1800">
                <a:solidFill>
                  <a:srgbClr val="C8DCFF"/>
                </a:solidFill>
                <a:latin typeface="Calibri"/>
              </a:defRPr>
            </a:pPr>
            <a:r>
              <a:t>good things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