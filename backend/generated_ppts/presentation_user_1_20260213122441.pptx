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What is Ragging?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Humiliation by senior students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Physical or psychological abuse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Often disguised as "initiation"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Can cause deep emotional scars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Forms of Ragging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Verbal abuse and taunts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Physical harassment and tasks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Psychological torment and isolation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Forced activities and demands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Impact on Victims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Severe anxiety and fear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Loss of self-esteem and confidence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Academic performance decline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Depression, trauma, and withdrawal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Why Ragging Persists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Perceived 'tradition' and power play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Lack of reporting due to fear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Weak enforcement of rules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Peer pressure among seniors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Combating Ragging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Zero-tolerance policy enforcement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Active anti-ragging committees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Awareness campaigns for students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Confidential reporting mechanisms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