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Roboto"/>
              </a:defRPr>
            </a:pPr>
            <a:r>
              <a:t>cybercrime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Roboto"/>
              </a:defRPr>
            </a:pPr>
            <a:r>
              <a:t>Drivers of Cyber Vulnerability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Digital Literacy Gap: A significant portion of the Indian population lacks ba...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Legacy IT Infrastructure: Many small and medium-sized enterprises (SMEs) and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Inadequate Cybersecurity Spending: Organizations often underinvest in robust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Lack of Skilled Professionals: India faces a severe shortage of qualified cyb...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Fragmented Data Protection: Despite recent legislative efforts, a comprehensi...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Insider Threats and Human Error: A considerable percentage of breaches origin...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Roboto"/>
              </a:defRPr>
            </a:pPr>
            <a:r>
              <a:t>Cybercrime's Far-Reaching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Significant Financial Losses: Cybercrimes cost the Indian economy billions an...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Erosion of Public Trust: Frequent cyberattacks on financial institutions and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Disruption to Critical Services: Attacks on essential sectors like power grid...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Personal Data Exploitation Risks: Stolen personal information is frequently u...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Business Operations Interruption: Ransomware attacks and data breaches lead 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National Security Implications: Cyber espionage and attacks on defense networ...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Roboto"/>
              </a:defRPr>
            </a:pPr>
            <a:r>
              <a:t>Regulations and Enforcement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Information Technology Act, 2000 (IT Act): India's primary cyber law, while f...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Upcoming Data Protection Laws: The Digital Personal Data Protection Act aims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Jurisdictional Complexities: Investigating cross-border cybercrimes is challe...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Limited Specialized Law Enforcement: Indian law enforcement agencies often la...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Low Conviction Rates: Despite an in crease in registered cybercrime cases, co...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Inter-Agency Coordination Issues: Effective collaboration between various gov...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Roboto"/>
              </a:defRPr>
            </a:pPr>
            <a:r>
              <a:t>Mitigating Threats, Building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Strengthening Cybersecurity Infrastructure: Investing in advanced threat dete...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Enhancing Digital Literacy &amp; Awareness: Nationwide campaigns and educational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Fostering Public-Private Collaboration: Establishing strong partnerships betw...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Developing Skilled Cybersecurity Workforce: Initiatives to upskill existing I...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Updating Legal and Regulatory Frameworks: Continuously evolving cyber laws, l...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Adopting Proactive Threat Intelligence: Leveraging AI and machine learning fo...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