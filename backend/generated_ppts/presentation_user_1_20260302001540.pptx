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Verdana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Verdana"/>
              </a:defRPr>
            </a:pPr>
            <a:r>
              <a:rPr sz="3600" b="1">
                <a:solidFill>
                  <a:srgbClr val="A0F5A0"/>
                </a:solidFill>
                <a:latin typeface="Verdana"/>
                <a:cs typeface="Verdana"/>
                <a:ea typeface="Verdana"/>
              </a:rPr>
              <a:t>ai in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Palatino Linotype"/>
              </a:defRPr>
            </a:pPr>
            <a:r>
              <a:rPr sz="22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Ai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Verdana"/>
              </a:defRPr>
            </a:pPr>
            <a:r>
              <a:rPr sz="3600" b="1">
                <a:solidFill>
                  <a:srgbClr val="A0F5A0"/>
                </a:solidFill>
                <a:latin typeface="Verdana"/>
                <a:cs typeface="Verdana"/>
                <a:ea typeface="Verdana"/>
              </a:rPr>
              <a:t>Evolving AI Ecosystem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India boasts 400+ AI startups, attracting significant investment.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Talent pool of 1.6 million AI/ML professionals growing rapidly.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Digital India initiatives provide foundational data infrastructure.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Major tech companies establish AI research centers in India.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Educational institutions integrate AI/ML into curricula.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Verdana"/>
              </a:defRPr>
            </a:pPr>
            <a:r>
              <a:rPr sz="3600" b="1">
                <a:solidFill>
                  <a:srgbClr val="A0F5A0"/>
                </a:solidFill>
                <a:latin typeface="Verdana"/>
                <a:cs typeface="Verdana"/>
                <a:ea typeface="Verdana"/>
              </a:rPr>
              <a:t>Driving Impact Across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Healthcare AI improves diagnostics and personalized treatment by 25%.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Financial services leverage AI for fraud detection, boosting security 30%.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Agriculture uses AI for crop yield prediction, increasing efficiency 20%.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Manufacturing optimizes supply chains and predictive maintenance with AI.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Retail enhances customer experience and demand forecasting via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Verdana"/>
              </a:defRPr>
            </a:pPr>
            <a:r>
              <a:rPr sz="3600" b="1">
                <a:solidFill>
                  <a:srgbClr val="A0F5A0"/>
                </a:solidFill>
                <a:latin typeface="Verdana"/>
                <a:cs typeface="Verdana"/>
                <a:ea typeface="Verdana"/>
              </a:rPr>
              <a:t>Challenges and Future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Data privacy and ethical AI governance require robust frameworks.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Skill gap persists, necessitating massive upskilling initiatives.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Infrastructure disparity limits AI adoption in rural areas.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Tremendous untapped potential exists in vernacular AI applications.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India can lead in developing frugal, scalable AI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Verdana"/>
              </a:defRPr>
            </a:pPr>
            <a:r>
              <a:rPr sz="3600" b="1">
                <a:solidFill>
                  <a:srgbClr val="A0F5A0"/>
                </a:solidFill>
                <a:latin typeface="Verdana"/>
                <a:cs typeface="Verdana"/>
                <a:ea typeface="Verdana"/>
              </a:rPr>
              <a:t>Accelerating India's AI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Increase investment in advanced AI research and development centers.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Develop comprehensive data governance and ethical AI policies.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Expand AI education and vocational training programs nationwide.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Foster robust public-private partnerships for AI solution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alatino Linotype"/>
              </a:defRPr>
            </a:pPr>
            <a:r>
              <a:rPr sz="16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• Prioritize AI infrastructure build-out for broader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Verdana"/>
              </a:defRPr>
            </a:pPr>
            <a:r>
              <a:rPr sz="3600" b="1">
                <a:solidFill>
                  <a:srgbClr val="A0F5A0"/>
                </a:solidFill>
                <a:latin typeface="Verdana"/>
                <a:cs typeface="Verdana"/>
                <a:ea typeface="Verdana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Palatino Linotype"/>
              </a:defRPr>
            </a:pPr>
            <a:r>
              <a:rPr sz="2200" b="1">
                <a:solidFill>
                  <a:srgbClr val="D2FFC8"/>
                </a:solidFill>
                <a:latin typeface="Palatino Linotype"/>
                <a:cs typeface="Palatino Linotype"/>
                <a:ea typeface="Palatino Linotype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