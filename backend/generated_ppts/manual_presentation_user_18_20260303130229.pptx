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Calibri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F3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Calibri"/>
              </a:defRPr>
            </a:pPr>
            <a:r>
              <a:rPr sz="3600" b="1">
                <a:solidFill>
                  <a:srgbClr val="FFC3E6"/>
                </a:solidFill>
                <a:latin typeface="Calibri"/>
                <a:cs typeface="Calibri"/>
                <a:ea typeface="Calibri"/>
              </a:rPr>
              <a:t>ai in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BC3F5"/>
                </a:solidFill>
                <a:latin typeface="Calibri"/>
              </a:defRPr>
            </a:pPr>
            <a:r>
              <a:rPr sz="22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Ai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alibri"/>
              </a:defRPr>
            </a:pPr>
            <a:r>
              <a:rPr sz="3600" b="1">
                <a:solidFill>
                  <a:srgbClr val="FFC3E6"/>
                </a:solidFill>
                <a:latin typeface="Calibri"/>
                <a:cs typeface="Calibri"/>
                <a:ea typeface="Calibri"/>
              </a:rPr>
              <a:t>NPCs significantly influence gameplay quality and player engagement. Their evolu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8572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libri"/>
              </a:defRPr>
            </a:pPr>
            <a:r>
              <a:rPr sz="16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• from static scripted routines to autonomous intelligent characters demonstrates the rapid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libri"/>
              </a:defRPr>
            </a:pPr>
            <a:r>
              <a:rPr sz="16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• growth of AI technologies. This topic provides strong academic value by covering machine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libri"/>
              </a:defRPr>
            </a:pPr>
            <a:r>
              <a:rPr sz="16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• learning, behavioral modeling, natural language processing, and human-AI interaction,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libri"/>
              </a:defRPr>
            </a:pPr>
            <a:r>
              <a:rPr sz="16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• making it highly suitable for students interested in gaming, simulation, and AI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Calibri"/>
              </a:defRPr>
            </a:pPr>
            <a:r>
              <a:rPr sz="16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•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Calibri"/>
              </a:defRPr>
            </a:pPr>
            <a:r>
              <a:rPr sz="3600" b="1">
                <a:solidFill>
                  <a:srgbClr val="FFC3E6"/>
                </a:solidFill>
                <a:latin typeface="Calibri"/>
                <a:cs typeface="Calibri"/>
                <a:ea typeface="Calibri"/>
              </a:rPr>
              <a:t>dural world generation, natural dialogue systems,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2940"/>
            <a:ext cx="8229600" cy="1869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EBC3F5"/>
                </a:solidFill>
                <a:latin typeface="Calibri"/>
              </a:defRPr>
            </a:pPr>
            <a:r>
              <a:rPr sz="16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• personalized interactions. These advancements are widely used in simulations, virtual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EBC3F5"/>
                </a:solidFill>
                <a:latin typeface="Calibri"/>
              </a:defRPr>
            </a:pPr>
            <a:r>
              <a:rPr sz="1600" b="1">
                <a:solidFill>
                  <a:srgbClr val="EBC3F5"/>
                </a:solidFill>
                <a:latin typeface="Calibri"/>
                <a:cs typeface="Calibri"/>
                <a:ea typeface="Calibri"/>
              </a:rPr>
              <a:t>• environments, entertainment platforms, and 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