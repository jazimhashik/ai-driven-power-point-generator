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The Global Voice: English Everywhere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Connecting continents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Bridging cultures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A common tongue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Worlds of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Science &amp; Technology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Business &amp; Finance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Aviation &amp; Diplomacy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Entertainment &amp; 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Practical Powerhouse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Travel made easy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Vast information access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Career opportunities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Global networking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A Journey Through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British Empire legacy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American economic rise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Internet's global spread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Cultural export power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The Future is Fluent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Continued dominance likely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Cultural exchange enhanced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New Englishes emerging</a:t>
            </a:r>
          </a:p>
          <a:p>
            <a:pPr lvl="1">
              <a:defRPr sz="1800">
                <a:solidFill>
                  <a:srgbClr val="FFDC96"/>
                </a:solidFill>
                <a:latin typeface="Calibri"/>
              </a:defRPr>
            </a:pPr>
            <a:r>
              <a:t>- A tool for global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