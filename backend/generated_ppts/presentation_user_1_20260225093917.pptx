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Common Cyberattack Vectors &amp;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Phishing and social engineering attacks remain prevalent, tricking employees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Ransomware attacks, like the WannaCry or Colonial Pipeline incidents, encrypt...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Malware, including viruses, spyware, and trojans, infiltrates systems to stea...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Distributed Denial-of-Service (DDoS) attacks overwhelm network resources with...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Insider threats, whether malicious or negligent, involve individuals with aut...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Supply chain attacks exploit vulnerabilities in a company's vendors or partne...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Zero-day exploits leverage previously unknown software vulnerabilities for wh...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The Business Impact: Risks and Repercussions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Financial losses are substantial, encompassing direct costs like incident res...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Data breaches lead to significant reputational damage, eroding customer trust...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Operational disruption can halt critical business processes, leading to produ...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Legal and regulatory consequences are severe, with non-compliance leading to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Theft of intellectual property (IP), including trade secrets and proprietary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Customer trust erosion is a significant long-term impact, as individuals beco...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Increased insurance premiums reflect the heightened risk of cyber incidents,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Fortifying Your Defenses: Proactive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Implementing Multi-Factor Authentication (MFA) across all systems and applica...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Robust employee security awareness training programs are essential to educate...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Developing and regularly testing an Incident Response Plan (IRP) ensures the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Implementing strong data encryption for data at rest and in transit protects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Conducting regular security audits, vulnerability assessments, and penetratio...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Maintaining a disciplined patch management program ensures all operating syst...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Network segmentation isolates critical systems and sensitive data from less 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rPr>
                <a:latin typeface="Roboto"/>
              </a:rPr>
              <a:t>Building a Resilient Cyber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Cultivating strong leadership commitment is paramount, demonstrating that cyb...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Fostering cross-functional collaboration between IT, legal, HR, and operation...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Actively participating in threat intelligence sharing communities allows orga...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Adhering to recognized cybersecurity frameworks and compliance standards, suc...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Implementing comprehensive business continuity and disaster recovery plans en...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Establishing continuous security monitoring with Security Information and Eve...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rPr>
                <a:latin typeface="Roboto"/>
              </a:rPr>
              <a:t>Continuously adapting security strategies to address new challenges posed by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