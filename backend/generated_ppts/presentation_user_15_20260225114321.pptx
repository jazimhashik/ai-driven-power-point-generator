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8AB4FF"/>
                </a:solidFill>
                <a:latin typeface="DM Sans"/>
              </a:defRPr>
            </a:pPr>
            <a:r>
              <a:rPr>
                <a:latin typeface="DM Sans"/>
              </a:rPr>
              <a:t> Business analytics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 b="1">
                <a:solidFill>
                  <a:srgbClr val="8AB4FF"/>
                </a:solidFill>
                <a:latin typeface="DM Sans"/>
              </a:defRPr>
            </a:pPr>
            <a:r>
              <a:rPr>
                <a:latin typeface="DM Sans"/>
              </a:rPr>
              <a:t>Key Topics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188720"/>
            <a:ext cx="3931920" cy="2331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Core principles and fundamentals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Current trends and developments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188720"/>
            <a:ext cx="3931920" cy="2331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Best practices and recommendations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Challenges and opportunities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Next steps and action items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