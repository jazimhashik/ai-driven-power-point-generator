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Verdana" charset="0"/>
      <p:regular r:id="rId12"/>
    </p:embeddedFont>
    <p:embeddedFont>
      <p:font typeface="Poppins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Evolving Data Landscape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Explosive data volume and velocity demand advanced processing capabilities.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Diverse data sources complicate integration, requiring sophisticated solutions.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Legacy systems struggle to provide real-time, comprehensive analytical views.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Organizations face talent gaps in data science and analytics expertise.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Ensuring data quality and security remains a persistent, critical challenge.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Unlocking Value Through Predictive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Predictive models accurately forecast market trends, driving proactive strategies.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Customer lifetime value increased by 15% using churn prediction analytics.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Operational costs reduced by 10% through optimized resource scheduling.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Personalized marketing campaigns yield 20% higher conversion rates effectively.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Supply chain disruptions minimized by 12% with advanced risk forecasting.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Tangible Impact: Key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Customer acquisition costs dropped 18% leveraging targeted audience segmentation.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Revenue growth accelerated by 7% using product affinity recommendations.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Inventory holding costs decreased 25% through precise demand forecasting.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Employee productivity improved 14% via workforce analytics optimization.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Fraud detection rates increased by 30% utilizing real-time anomaly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Strategic Roadmap for Analytics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Implement robust data governance to ensure quality and compliance.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Invest in scalable analytics platforms and cloud infrastructure solutions.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Develop internal analytical capabilities through training and recruitment.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Foster cross-functional collaboration, integrating insights into daily operations.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Verdana"/>
              </a:defRPr>
            </a:pPr>
            <a:r>
              <a:rPr sz="1600" b="1">
                <a:solidFill>
                  <a:srgbClr val="C8E6FF"/>
                </a:solidFill>
                <a:latin typeface="Verdana"/>
                <a:cs typeface="Verdana"/>
                <a:ea typeface="Verdana"/>
              </a:rPr>
              <a:t>• Establish clear ROI metrics for all analytics initiatives and investments.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