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embeddedFontLst>
    <p:embeddedFont>
      <p:font typeface="Roboto" charset="0"/>
      <p:regular r:id="rId12"/>
      <p: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font" Target="fonts/font1.fntdata"/><Relationship Id="rId13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C64FF"/>
                </a:solidFill>
                <a:latin typeface="Roboto"/>
              </a:defRPr>
            </a:pPr>
            <a:r>
              <a:rPr sz="3600" b="1">
                <a:solidFill>
                  <a:srgbClr val="DC64FF"/>
                </a:solidFill>
                <a:latin typeface="Roboto"/>
                <a:cs typeface="Roboto"/>
                <a:ea typeface="Roboto"/>
              </a:rPr>
              <a:t>ai in indian economy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4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C64FF"/>
                </a:solidFill>
                <a:latin typeface="Roboto"/>
              </a:defRPr>
            </a:pPr>
            <a:r>
              <a:rPr sz="3600" b="1">
                <a:solidFill>
                  <a:srgbClr val="DC64FF"/>
                </a:solidFill>
                <a:latin typeface="Roboto"/>
                <a:cs typeface="Roboto"/>
                <a:ea typeface="Roboto"/>
              </a:rPr>
              <a:t>India's Growing AI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Government initiatives like 'AI for All' propel adoption.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Significant increase in private sector AI investments annually.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Talent pool of over 400,000 AI professionals developing rapidly.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Fintech and healthcare lead AI integration efforts nationally.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Bengaluru, Hyderabad emerging as prominent AI research centers.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4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C64FF"/>
                </a:solidFill>
                <a:latin typeface="Roboto"/>
              </a:defRPr>
            </a:pPr>
            <a:r>
              <a:rPr sz="3600" b="1">
                <a:solidFill>
                  <a:srgbClr val="DC64FF"/>
                </a:solidFill>
                <a:latin typeface="Roboto"/>
                <a:cs typeface="Roboto"/>
                <a:ea typeface="Roboto"/>
              </a:rPr>
              <a:t>Sectoral AI Transformation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Agriculture AI solutions optimize crop yield, manage water efficiently.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Healthcare AI improves diagnostics, personalizes patient treatments effectively.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Financial services leverage AI for fraud detection, risk assessment.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Manufacturing uses AI for predictive maintenance, supply chain optimization.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Retail AI enhances customer experience, inventory management precisely.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4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C64FF"/>
                </a:solidFill>
                <a:latin typeface="Roboto"/>
              </a:defRPr>
            </a:pPr>
            <a:r>
              <a:rPr sz="3600" b="1">
                <a:solidFill>
                  <a:srgbClr val="DC64FF"/>
                </a:solidFill>
                <a:latin typeface="Roboto"/>
                <a:cs typeface="Roboto"/>
                <a:ea typeface="Roboto"/>
              </a:rPr>
              <a:t>Key AI Growth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India's AI market projected to grow 20% CAGR through 2027.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NITI Aayog estimates 45% AI adoption across major enterprises.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Over 600 AI startups founded in India since 2015, demonstrating vitality.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India ranks third globally in AI skill penetration rate.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70% of Indian companies plan increased AI investments next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4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C64FF"/>
                </a:solidFill>
                <a:latin typeface="Roboto"/>
              </a:defRPr>
            </a:pPr>
            <a:r>
              <a:rPr sz="3600" b="1">
                <a:solidFill>
                  <a:srgbClr val="DC64FF"/>
                </a:solidFill>
                <a:latin typeface="Roboto"/>
                <a:cs typeface="Roboto"/>
                <a:ea typeface="Roboto"/>
              </a:rPr>
              <a:t>Future AI Strategy for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Enhance public-private partnerships for accelerated AI research.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Invest in advanced AI education and skill development programs.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Establish ethical AI frameworks and robust data governance policies.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Promote AI adoption in underserved regions for inclusive growth.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Roboto"/>
              </a:defRPr>
            </a:pPr>
            <a:r>
              <a:rPr sz="1600" b="1">
                <a:solidFill>
                  <a:srgbClr val="E6B4FF"/>
                </a:solidFill>
                <a:latin typeface="Roboto"/>
                <a:cs typeface="Roboto"/>
                <a:ea typeface="Roboto"/>
              </a:rPr>
              <a:t>• Foster international collaborations for shared AI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