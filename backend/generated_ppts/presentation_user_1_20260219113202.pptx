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in indian economy and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Sectoral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Agriculture: AI-driven precision farming optimizes yields and reduces waste, boosting farmer income.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Healthcare: AI enhances diagnostics and drug discovery, improving accessibility and affordability of care.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Finance: AI detects fraud, personalizes banking, and expands credit access to underserved populations.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Manufacturing: Smart factories use AI for predictive maintenance and quality control, increasing efficiency.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Education: AI-powered adaptive learning platforms personalize content, addressing skill gaps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Navigating AI's Roadblocks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Data Privacy &amp; Security: Safeguarding sensitive information is critical for user trust and regulatory compliance.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Skill Gap Challenge: Urgent need for upskilling and reskilling programs to meet evolving AI workforce demands.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Ethical AI Governance: Developing fair and transparent AI systems prevents bias and ensures responsible deployment.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Infrastructure Limitations: Bridging digital divides and ensuring robust connectivity is vital for equitable AI access.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Regulatory Framework: Evolving policies are essential to foster innovation while mitigating AI-related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for Inclusive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Rural Empowerment: AI solutions in agriculture and telemedicine improve livelihoods and access in remote areas.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Public Service Delivery: AI optimizes government services, enhancing efficiency and citizen engagement.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Bridging Language Barriers: AI-powered translation tools promote digital inclusion for diverse linguistic groups.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Disaster Management: Predictive AI models enhance early warning systems and response coordination for crises.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Social Welfare Programs: AI personalizes benefits and identifies eligible beneficiaries, reducing leakage and fraud.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Future-Proofing India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Strategic R&amp;D Investment: Fostering cutting-edge research and indigenous AI development is paramount.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Public-Private Partnerships: Collaborations are crucial for scaling AI solutions and infrastructure build-out.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Global AI Collaboration: India must engage internationally to share best practices and drive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Ethical AI Leadership: Positioning India as a leader in responsible AI development and governance.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Long-Term Vision: Developing a cohesive national AI strategy to ensure sustained growth and societal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