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embeddedFontLst>
    <p:embeddedFont>
      <p:font typeface="Arial" charset="0"/>
      <p:regular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B4E6B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F5A0"/>
                </a:solidFill>
                <a:latin typeface="Arial"/>
              </a:defRPr>
            </a:pPr>
            <a:r>
              <a:rPr sz="3600" b="1">
                <a:solidFill>
                  <a:srgbClr val="A0F5A0"/>
                </a:solidFill>
                <a:latin typeface="Arial"/>
                <a:cs typeface="Arial"/>
                <a:ea typeface="Arial"/>
              </a:rPr>
              <a:t>cybercrime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2FFC8"/>
                </a:solidFill>
                <a:latin typeface="Arial"/>
              </a:defRPr>
            </a:pPr>
            <a:r>
              <a:rPr sz="22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cybercrime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Arial"/>
              </a:defRPr>
            </a:pPr>
            <a:r>
              <a:rPr sz="3600" b="1">
                <a:solidFill>
                  <a:srgbClr val="A0F5A0"/>
                </a:solidFill>
                <a:latin typeface="Arial"/>
                <a:cs typeface="Arial"/>
                <a:ea typeface="Arial"/>
              </a:rPr>
              <a:t>Evolving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51379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Ransomware attacks disrupt operations and encrypt critical data.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Phishing remains a dominant initial access vector for breaches.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Supply chain vulnerabilities exploit trusted third-party access.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State-sponsored groups conduct espionage and critical infrastructure attacks.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Cybercrime-as-a-Service models lower entry barriers for criminals.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Arial"/>
              </a:defRPr>
            </a:pPr>
            <a:r>
              <a:rPr sz="3600" b="1">
                <a:solidFill>
                  <a:srgbClr val="A0F5A0"/>
                </a:solidFill>
                <a:latin typeface="Arial"/>
                <a:cs typeface="Arial"/>
                <a:ea typeface="Arial"/>
              </a:rPr>
              <a:t>Impact on Business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94660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Data breaches cause significant financial and reputational damage.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Operational downtime from attacks severely halts productivity.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Regulatory fines for non-compliance increase post-breach costs.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Customer trust erodes following publicized security incidents.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Increased cybersecurity insurance premiums reflect higher risks.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Arial"/>
              </a:defRPr>
            </a:pPr>
            <a:r>
              <a:rPr sz="3600" b="1">
                <a:solidFill>
                  <a:srgbClr val="A0F5A0"/>
                </a:solidFill>
                <a:latin typeface="Arial"/>
                <a:cs typeface="Arial"/>
                <a:ea typeface="Arial"/>
              </a:rPr>
              <a:t>Current Cybercrime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94660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Global cybercrime costs could reach $10.5 trillion annually by 2025.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Average data breach cost reached $4.45 million in 2023 globally.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Ransomware attacks surged over 40% in Q3 2023 alone.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Phishing accounts for approximately 70% of all initial attacks.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Small and medium businesses incur 43% of all cyber attacks.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47a26b047a4180a4f315ae1a0a1b85_pngtree-watercolor-leafy-green-serenity-ppt-background-image_174257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A0F5A0"/>
                </a:solidFill>
                <a:latin typeface="Arial"/>
              </a:defRPr>
            </a:pPr>
            <a:r>
              <a:rPr sz="3600" b="1">
                <a:solidFill>
                  <a:srgbClr val="A0F5A0"/>
                </a:solidFill>
                <a:latin typeface="Arial"/>
                <a:cs typeface="Arial"/>
                <a:ea typeface="Arial"/>
              </a:rPr>
              <a:t>Strengthening Cyber Defenses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11779"/>
            <a:ext cx="822960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Implement strong multi-factor authentication across all 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Conduct regular employee cybersecurity awareness training programs.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Develop and frequently test a comprehensive incident response plan.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Invest in advanced threat detection and prevention technologies.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D2FFC8"/>
                </a:solidFill>
                <a:latin typeface="Arial"/>
              </a:defRPr>
            </a:pPr>
            <a:r>
              <a:rPr sz="1600" b="1">
                <a:solidFill>
                  <a:srgbClr val="D2FFC8"/>
                </a:solidFill>
                <a:latin typeface="Arial"/>
                <a:cs typeface="Arial"/>
                <a:ea typeface="Arial"/>
              </a:rPr>
              <a:t>• Maintain secure, offline backups of all critical business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