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00FF"/>
                </a:solidFill>
                <a:latin typeface="Arial"/>
              </a:defRPr>
            </a:pPr>
            <a:r>
              <a:t>AI: Shaping Our Modern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Everywhere we look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From smartphones to smart homes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Driving innovation daily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A silent revolution unfolding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00FF"/>
                </a:solidFill>
                <a:latin typeface="Arial"/>
              </a:defRPr>
            </a:pPr>
            <a:r>
              <a:t>Everyday Convenience, Powered by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Personalized recommendations (streaming, shopping)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Intuitive voice assistants (Siri, Alexa)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Smart email filters and predictive text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Seamless smart home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00FF"/>
                </a:solidFill>
                <a:latin typeface="Arial"/>
              </a:defRPr>
            </a:pPr>
            <a:r>
              <a:t>Industry Revolution: AI at the Helm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Optimizing manufacturing processes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Detecting financial fraud in real-time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Unlocking retail customer insights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Boosting logistics and supply chain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00FF"/>
                </a:solidFill>
                <a:latin typeface="Arial"/>
              </a:defRPr>
            </a:pPr>
            <a:r>
              <a:t>AI in Medicine: Saving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Accelerating disease diagnosis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Tailoring personalized treatment plans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Expediting drug discovery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Assisting in robotic surgery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00FF"/>
                </a:solidFill>
                <a:latin typeface="Arial"/>
              </a:defRPr>
            </a:pPr>
            <a:r>
              <a:t>Boosting Business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Automated customer service (chatbots)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Strategic data analysis for decisions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Predictive analytics for sales growth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Reducing operational costs significantly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00FF"/>
                </a:solidFill>
                <a:latin typeface="Arial"/>
              </a:defRPr>
            </a:pPr>
            <a:r>
              <a:t>Frontier of Discovery: AI's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Accelerating scientific research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Enabling new material discovery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Solving complex global challenges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Fueling future technological breakthroughs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00FF"/>
                </a:solidFill>
                <a:latin typeface="Arial"/>
              </a:defRPr>
            </a:pPr>
            <a:r>
              <a:t>Smarter Learning, Smarter 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Personalized learning paths for students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Intelligent tutoring systems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Dynamic content creation and curation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Enhanced accessibility for diverse learners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00FF"/>
                </a:solidFill>
                <a:latin typeface="Arial"/>
              </a:defRPr>
            </a:pPr>
            <a:r>
              <a:t>Enhancing Safety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Proactive cybersecurity threat detection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Advanced surveillance and anomaly recognition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Improving autonomous vehicle safety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Predicting and responding to disasters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00FF"/>
                </a:solidFill>
                <a:latin typeface="Arial"/>
              </a:defRPr>
            </a:pPr>
            <a:r>
              <a:t>Responsible AI: Our Shared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Designing robust ethical frameworks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Ensuring fairness and transparency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Mitigating inherent biases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Prioritizing human-centric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00FF"/>
                </a:solidFill>
                <a:latin typeface="Arial"/>
              </a:defRPr>
            </a:pPr>
            <a:r>
              <a:t>The Indispensable 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A cornerstone of future innovation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Integral to global progress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Continuous evolution and impact</a:t>
            </a:r>
          </a:p>
          <a:p>
            <a:pPr lvl="1">
              <a:defRPr sz="1800">
                <a:solidFill>
                  <a:srgbClr val="FFC8FF"/>
                </a:solidFill>
                <a:latin typeface="Arial"/>
              </a:defRPr>
            </a:pPr>
            <a:r>
              <a:t>*   Shaping tomorrow,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