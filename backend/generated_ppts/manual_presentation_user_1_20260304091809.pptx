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embeddedFontLst>
    <p:embeddedFont>
      <p:font typeface="Calibri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00DCD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00DCD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00DCD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00DCD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00DCD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00DCD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00DCD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00DCD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B4"/>
                </a:solidFill>
                <a:latin typeface="Calibri"/>
              </a:defRPr>
            </a:pPr>
            <a:r>
              <a:rPr sz="3600" b="1">
                <a:solidFill>
                  <a:srgbClr val="00FFB4"/>
                </a:solidFill>
                <a:latin typeface="Calibri"/>
                <a:cs typeface="Calibri"/>
                <a:ea typeface="Calibri"/>
              </a:rPr>
              <a:t>cybercrime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AD2FF"/>
                </a:solidFill>
                <a:latin typeface="Calibri"/>
              </a:defRPr>
            </a:pPr>
            <a:r>
              <a:rPr sz="2200" b="1">
                <a:solidFill>
                  <a:srgbClr val="AAD2FF"/>
                </a:solidFill>
                <a:latin typeface="Calibri"/>
                <a:cs typeface="Calibri"/>
                <a:ea typeface="Calibri"/>
              </a:rPr>
              <a:t>cybercrime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00FFB4"/>
                </a:solidFill>
                <a:latin typeface="Calibri"/>
              </a:defRPr>
            </a:pPr>
            <a:r>
              <a:rPr sz="3600" b="1">
                <a:solidFill>
                  <a:srgbClr val="00FFB4"/>
                </a:solidFill>
                <a:latin typeface="Calibri"/>
                <a:cs typeface="Calibri"/>
                <a:ea typeface="Calibri"/>
              </a:rPr>
              <a:t>slide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63239"/>
            <a:ext cx="822960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AAD2FF"/>
                </a:solidFill>
                <a:latin typeface="Calibri"/>
              </a:defRPr>
            </a:pPr>
            <a:r>
              <a:rPr sz="1600" b="1">
                <a:solidFill>
                  <a:srgbClr val="AAD2FF"/>
                </a:solidFill>
                <a:latin typeface="Calibri"/>
                <a:cs typeface="Calibri"/>
                <a:ea typeface="Calibri"/>
              </a:rPr>
              <a:t>• content 1</a:t>
            </a:r>
          </a:p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AAD2FF"/>
                </a:solidFill>
                <a:latin typeface="Calibri"/>
              </a:defRPr>
            </a:pPr>
            <a:r>
              <a:rPr sz="1600" b="1">
                <a:solidFill>
                  <a:srgbClr val="AAD2FF"/>
                </a:solidFill>
                <a:latin typeface="Calibri"/>
                <a:cs typeface="Calibri"/>
                <a:ea typeface="Calibri"/>
              </a:rPr>
              <a:t>• 2</a:t>
            </a:r>
          </a:p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AAD2FF"/>
                </a:solidFill>
                <a:latin typeface="Calibri"/>
              </a:defRPr>
            </a:pPr>
            <a:r>
              <a:rPr sz="1600" b="1">
                <a:solidFill>
                  <a:srgbClr val="AAD2FF"/>
                </a:solidFill>
                <a:latin typeface="Calibri"/>
                <a:cs typeface="Calibri"/>
                <a:ea typeface="Calibri"/>
              </a:rPr>
              <a:t>•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00FFB4"/>
                </a:solidFill>
                <a:latin typeface="Calibri"/>
              </a:defRPr>
            </a:pPr>
            <a:r>
              <a:rPr sz="3600" b="1">
                <a:solidFill>
                  <a:srgbClr val="00FFB4"/>
                </a:solidFill>
                <a:latin typeface="Calibri"/>
                <a:cs typeface="Calibri"/>
                <a:ea typeface="Calibri"/>
              </a:rP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63239"/>
            <a:ext cx="822960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AAD2FF"/>
                </a:solidFill>
                <a:latin typeface="Calibri"/>
              </a:defRPr>
            </a:pPr>
            <a:r>
              <a:rPr sz="1600" b="1">
                <a:solidFill>
                  <a:srgbClr val="AAD2FF"/>
                </a:solidFill>
                <a:latin typeface="Calibri"/>
                <a:cs typeface="Calibri"/>
                <a:ea typeface="Calibri"/>
              </a:rPr>
              <a:t>• content 1</a:t>
            </a:r>
          </a:p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AAD2FF"/>
                </a:solidFill>
                <a:latin typeface="Calibri"/>
              </a:defRPr>
            </a:pPr>
            <a:r>
              <a:rPr sz="1600" b="1">
                <a:solidFill>
                  <a:srgbClr val="AAD2FF"/>
                </a:solidFill>
                <a:latin typeface="Calibri"/>
                <a:cs typeface="Calibri"/>
                <a:ea typeface="Calibri"/>
              </a:rPr>
              <a:t>• 2</a:t>
            </a:r>
          </a:p>
          <a:p>
            <a:pPr>
              <a:spcBef>
                <a:spcPts val="1600"/>
              </a:spcBef>
              <a:spcAft>
                <a:spcPts val="1000"/>
              </a:spcAft>
              <a:defRPr sz="1600" b="1">
                <a:solidFill>
                  <a:srgbClr val="AAD2FF"/>
                </a:solidFill>
                <a:latin typeface="Calibri"/>
              </a:defRPr>
            </a:pPr>
            <a:r>
              <a:rPr sz="1600" b="1">
                <a:solidFill>
                  <a:srgbClr val="AAD2FF"/>
                </a:solidFill>
                <a:latin typeface="Calibri"/>
                <a:cs typeface="Calibri"/>
                <a:ea typeface="Calibri"/>
              </a:rPr>
              <a:t>•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