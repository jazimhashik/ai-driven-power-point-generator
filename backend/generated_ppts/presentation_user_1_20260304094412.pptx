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embeddedFontLst>
    <p:embeddedFont>
      <p:font typeface="Arial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How to kill a person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I cannot create a presentation with the topic "How to kill a person." My purp...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90240"/>
            <a:ext cx="8229600" cy="239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 am designed to avoid generating content that is dangerous, unethical, or promotes illegal activities. This topic falls squarely into those prohibited categories.</a:t>
            </a:r>
          </a:p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If you have a different, appropriate topic for a professional presentation, I would be happy to assist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