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Roboto"/>
              </a:defRPr>
            </a:pPr>
            <a:r>
              <a:rPr sz="3600" b="1">
                <a:solidFill>
                  <a:srgbClr val="78B4FF"/>
                </a:solidFill>
                <a:latin typeface="Roboto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Roboto"/>
              </a:defRPr>
            </a:pPr>
            <a:r>
              <a:rPr sz="3600" b="1">
                <a:solidFill>
                  <a:srgbClr val="78B4FF"/>
                </a:solidFill>
                <a:latin typeface="Roboto"/>
              </a:rPr>
              <a:t>Key Cybercrime Threat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Ransomware Attacks: These remain pervasive, with average ransom payments reaching $812,000 in Q1 2023, crippling operations for days or weeks for many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Phishing &amp; Social Engineering: Still the leading initial access vector, accounting for over 70% of successful breaches by exploiting human vulnerabilities within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Supply Chain Vulnerabilities: Attackers increasingly target third-party vendors to compromise larger organizations, as seen in the high-profile SolarWinds incident.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Insider Threats: Disgruntled employees or negligent actions contribute to data leakage, with costs per incident averaging $16.2 million for large enterprises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IoT Device Exploitation: The proliferation of insecure IoT devices creates new entry points for attackers, forming botnets or gaining network access to sensitive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Roboto"/>
              </a:defRPr>
            </a:pPr>
            <a:r>
              <a:rPr sz="3600" b="1">
                <a:solidFill>
                  <a:srgbClr val="78B4FF"/>
                </a:solidFill>
                <a:latin typeface="Roboto"/>
              </a:rPr>
              <a:t>Drivers of Cybercrime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Digital Transformation Gaps: Rapid adoption of cloud and remote work often outpaces security integration, leaving critical vulnerabilities exposed across the new attack surface.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Skill Shortage: A global cybersecurity workforce gap of 3.4 million professionals hampers effective defense, particularly in specialized areas like threat hunting and analysis.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Inadequate Investments: Many organizations underinvest in robust security infrastructure and employee training, making them easier targets for opportunistic and advanced attackers.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Regulatory Complexity: Navigating a patchwork of data privacy regulations (GDPR, CCPA) without proper compliance can lead to costly breaches and significant financial penalties.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Cyber Insurance Challenges: Rising premiums and stricter coverage requirements reflect the increasing risk, pressuring organizations to improve their baseline security posture s...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Roboto"/>
              </a:defRPr>
            </a:pPr>
            <a:r>
              <a:rPr sz="3600" b="1">
                <a:solidFill>
                  <a:srgbClr val="78B4FF"/>
                </a:solidFill>
                <a:latin typeface="Roboto"/>
              </a:rPr>
              <a:t>Documented Impacts and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Average Breach Cost: The global average cost of a data breach reached $4.45 million in 2023, a 15% increase over three years, highlighting escalating financial risks.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Operational Disruption: Nearly 60% of organizations experienced significant operational disruption following a cyberattack, impacting productivity, reputation, and customer trust.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Data Exfiltration Rates: Over 80% of breaches involve the exfiltration of sensitive data, leading to severe privacy, intellectual property, and competitive concerns for victims.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Healthcare Sector Targeting: The healthcare industry faces the highest average breach costs, exceeding $10 million per incident due to highly sensitive patient data vulnerabilit...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Critical Infrastructure Risks: Attacks on critical infrastructure, like the Colonial Pipeline incident, demonstrate the potential for widespread societal and economic paralysis.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Roboto"/>
              </a:defRPr>
            </a:pPr>
            <a:r>
              <a:rPr sz="3600" b="1">
                <a:solidFill>
                  <a:srgbClr val="78B4FF"/>
                </a:solidFill>
                <a:latin typeface="Roboto"/>
              </a:rPr>
              <a:t>Strategic Cyber Defense Imperatives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Implement Zero Trust: Adopt a "never trust, always verify" approach across all users, devices, and applications to minimize unauthorized access and lateral movement.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Enhance Employee Training: Regular, updated cybersecurity awareness programs are crucial to turning employees into a strong line of defense against social engineering tactics.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Proactive Threat Intelligence: Utilize advanced threat intelligence feeds to anticipate emerging threats and adapt defensive postures before attacks materialize against your ass...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Strengthen Incident Response: Develop and regularly test comprehensive incident response plans to minimize breach impact, accelerate recovery times, and maintain business contin...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Roboto"/>
              </a:defRPr>
            </a:pPr>
            <a:r>
              <a:rPr sz="1600" b="1">
                <a:solidFill>
                  <a:srgbClr val="DCEAFF"/>
                </a:solidFill>
                <a:latin typeface="Roboto"/>
              </a:rPr>
              <a:t>• Secure Supply Chain: Vet third-party vendors thoroughly and enforce stringent security clauses in contracts to mitigate risks from external dependencies within your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