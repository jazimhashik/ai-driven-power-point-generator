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Sectoral Applications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Healthcare leverages AI for early disease detection, personalized treatment p...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Agriculture benefits from AI through precision farming, soil analysis, and pe...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Financial services utilize AI for fraud detection, personalized banking, and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Education sectors employ AI for personalized learning paths, intelligent tuto...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Smart cities integrate AI for traffic management, waste optimization, and pub...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Manufacturing deploys AI for predictive maintenance, quality control, and sup...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Challenges and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Addressing the AI skill gap is crucial, as demand for specialized AI talent 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Data quality and availability remain challenges, especially for diverse datas...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Ensuring ethical AI deployment and mitigating bias are vital to prevent discr...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Developing robust regulatory frameworks for AI is an opportunity to foster tr...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Expanding digital infrastructure, particularly in rural areas, is essential 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India’s linguistic diversity presents an opportunity for developing AI models...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Government Initiatives and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NITI Aayog’s "National Strategy for Artificial Intelligence" aims to position...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Ministry of Electronics and IT (MeitY) launched the National AI Portal (i...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India’s Data Protection Bill, under review, aims to establish a robust framew...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government is investing in AI research centers and supercomputing facilit...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Initiatives like the National Digital Health Mission use AI to digitize healt...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Public-private partnerships are encouraged for AI adoption in critical sector...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Future Outlook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is poised to become a significant global AI innovation hub, contributin...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AI is expected to add $500 billion to India’s economy by 2025, driven by incr...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widespread adoption of AI will create millions of new jobs, requiring a 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AI will play a critical role in achieving India’s sustainable development goa...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India's focus on "AI for Good" positions it to develop ethical and inclusive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integration of AI into government services will enhance transparency, eff...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