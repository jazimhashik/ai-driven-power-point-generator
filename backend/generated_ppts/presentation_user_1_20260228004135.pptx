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C3E6"/>
                </a:solidFill>
                <a:latin typeface="Poppins"/>
              </a:defRPr>
            </a:pPr>
            <a:r>
              <a:rPr sz="3600" b="1">
                <a:solidFill>
                  <a:srgbClr val="FFC3E6"/>
                </a:solidFill>
                <a:latin typeface="Poppins"/>
              </a:rPr>
              <a:t>ai in indian economy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4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FFC3E6"/>
                </a:solidFill>
                <a:latin typeface="Poppins"/>
              </a:defRPr>
            </a:pPr>
            <a:r>
              <a:rPr sz="3600" b="1">
                <a:solidFill>
                  <a:srgbClr val="FFC3E6"/>
                </a:solidFill>
                <a:latin typeface="Poppins"/>
              </a:rPr>
              <a:t>India's AI Landscape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8229600" cy="5440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Roboto"/>
              </a:defRPr>
            </a:pPr>
            <a:r>
              <a:rPr sz="1600" b="1">
                <a:solidFill>
                  <a:srgbClr val="EBC3F5"/>
                </a:solidFill>
                <a:latin typeface="Roboto"/>
              </a:rPr>
              <a:t>• Current AI adoption in Indian enterprises remains nascent but rapidly expanding, with only 15% of companies having fully integrated AI solutions, yet 45% are exploring pilot pro...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Roboto"/>
              </a:defRPr>
            </a:pPr>
            <a:r>
              <a:rPr sz="1600" b="1">
                <a:solidFill>
                  <a:srgbClr val="EBC3F5"/>
                </a:solidFill>
                <a:latin typeface="Roboto"/>
              </a:rPr>
              <a:t>• India boasts the third-largest AI startup ecosystem globally, with over 2,500 active startups by 2023, attracting $3.2 billion in venture capital funding last year. These innova...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Roboto"/>
              </a:defRPr>
            </a:pPr>
            <a:r>
              <a:rPr sz="1600" b="1">
                <a:solidFill>
                  <a:srgbClr val="EBC3F5"/>
                </a:solidFill>
                <a:latin typeface="Roboto"/>
              </a:rPr>
              <a:t>• The country faces an estimated shortage of 100,000 AI professionals by 2025, despite a large engineering graduate pool. Government initiatives like the 'FutureSkills Prime' prog...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Roboto"/>
              </a:defRPr>
            </a:pPr>
            <a:r>
              <a:rPr sz="1600" b="1">
                <a:solidFill>
                  <a:srgbClr val="EBC3F5"/>
                </a:solidFill>
                <a:latin typeface="Roboto"/>
              </a:rPr>
              <a:t>• Data infrastructure and quality pose significant challenges; fragmented data sets, coupled with privacy concerns, impede AI model development and deployment. India's upcoming Da...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Roboto"/>
              </a:defRPr>
            </a:pPr>
            <a:r>
              <a:rPr sz="1600" b="1">
                <a:solidFill>
                  <a:srgbClr val="EBC3F5"/>
                </a:solidFill>
                <a:latin typeface="Roboto"/>
              </a:rPr>
              <a:t>• Government initiatives like the 'Responsible AI for All' framework and the National Programme on AI are shaping a conducive environment, fostering research through institutions ...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4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FFC3E6"/>
                </a:solidFill>
                <a:latin typeface="Poppins"/>
              </a:defRPr>
            </a:pPr>
            <a:r>
              <a:rPr sz="3600" b="1">
                <a:solidFill>
                  <a:srgbClr val="FFC3E6"/>
                </a:solidFill>
                <a:latin typeface="Poppins"/>
              </a:rPr>
              <a:t>Sector-Specific AI Opportunities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5074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Roboto"/>
              </a:defRPr>
            </a:pPr>
            <a:r>
              <a:rPr sz="1600" b="1">
                <a:solidFill>
                  <a:srgbClr val="EBC3F5"/>
                </a:solidFill>
                <a:latin typeface="Roboto"/>
              </a:rPr>
              <a:t>• In healthcare, AI is transforming diagnostics and drug discovery. For example, AI-powered image analysis tools from startups like SigTuple help detect anomalies in blood smears ...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Roboto"/>
              </a:defRPr>
            </a:pPr>
            <a:r>
              <a:rPr sz="1600" b="1">
                <a:solidFill>
                  <a:srgbClr val="EBC3F5"/>
                </a:solidFill>
                <a:latin typeface="Roboto"/>
              </a:rPr>
              <a:t>• Agriculture benefits immensely from precision farming. AI algorithms analyze satellite imagery and soil data to optimize crop yields by up to 15-20%, reducing water usage by 30%...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Roboto"/>
              </a:defRPr>
            </a:pPr>
            <a:r>
              <a:rPr sz="1600" b="1">
                <a:solidFill>
                  <a:srgbClr val="EBC3F5"/>
                </a:solidFill>
                <a:latin typeface="Roboto"/>
              </a:rPr>
              <a:t>• The financial services sector leverages AI for fraud detection and personalized banking. Banks like HDFC use AI models to identify suspicious transactions with 98% accuracy, pre...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Roboto"/>
              </a:defRPr>
            </a:pPr>
            <a:r>
              <a:rPr sz="1600" b="1">
                <a:solidFill>
                  <a:srgbClr val="EBC3F5"/>
                </a:solidFill>
                <a:latin typeface="Roboto"/>
              </a:rPr>
              <a:t>• Retail and E-commerce utilize AI for personalized recommendations and inventory management, leading to improved customer satisfaction and reduced waste. Major e-commerce platfor...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Roboto"/>
              </a:defRPr>
            </a:pPr>
            <a:r>
              <a:rPr sz="1600" b="1">
                <a:solidFill>
                  <a:srgbClr val="EBC3F5"/>
                </a:solidFill>
                <a:latin typeface="Roboto"/>
              </a:rPr>
              <a:t>• Smart cities initiatives employ AI for traffic management and public safety. Bengaluru’s smart traffic signals, using AI algorithms, have reduced peak-hour congestion by 18%, de...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4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10058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FFC3E6"/>
                </a:solidFill>
                <a:latin typeface="Poppins"/>
              </a:defRPr>
            </a:pPr>
            <a:r>
              <a:rPr sz="3600" b="1">
                <a:solidFill>
                  <a:srgbClr val="FFC3E6"/>
                </a:solidFill>
                <a:latin typeface="Poppins"/>
              </a:rPr>
              <a:t>Economic Gains and Case Studies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8229600" cy="5074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Roboto"/>
              </a:defRPr>
            </a:pPr>
            <a:r>
              <a:rPr sz="1600" b="1">
                <a:solidFill>
                  <a:srgbClr val="EBC3F5"/>
                </a:solidFill>
                <a:latin typeface="Roboto"/>
              </a:rPr>
              <a:t>• TCS, a leading IT service provider, has invested significantly in AI, deploying over 150 AI-powered solutions for clients globally, contributing to a 15-20% efficiency gain in o...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Roboto"/>
              </a:defRPr>
            </a:pPr>
            <a:r>
              <a:rPr sz="1600" b="1">
                <a:solidFill>
                  <a:srgbClr val="EBC3F5"/>
                </a:solidFill>
                <a:latin typeface="Roboto"/>
              </a:rPr>
              <a:t>• Reliance Jio, a telecom giant, leverages AI to optimize its vast network infrastructure, reducing operational costs by 10% through predictive maintenance and enhancing customer ...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Roboto"/>
              </a:defRPr>
            </a:pPr>
            <a:r>
              <a:rPr sz="1600" b="1">
                <a:solidFill>
                  <a:srgbClr val="EBC3F5"/>
                </a:solidFill>
                <a:latin typeface="Roboto"/>
              </a:rPr>
              <a:t>• Flipkart, India's e-commerce leader, uses AI for personalized shopping experiences and logistics optimization. Their AI-powered recommendation engine contributes to a 20% uplift...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Roboto"/>
              </a:defRPr>
            </a:pPr>
            <a:r>
              <a:rPr sz="1600" b="1">
                <a:solidFill>
                  <a:srgbClr val="EBC3F5"/>
                </a:solidFill>
                <a:latin typeface="Roboto"/>
              </a:rPr>
              <a:t>• The government's 'UMANG' app, integrating various public services, employs AI chatbots to provide citizen support, processing over 10 million queries monthly. This has reduced a...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Roboto"/>
              </a:defRPr>
            </a:pPr>
            <a:r>
              <a:rPr sz="1600" b="1">
                <a:solidFill>
                  <a:srgbClr val="EBC3F5"/>
                </a:solidFill>
                <a:latin typeface="Roboto"/>
              </a:rPr>
              <a:t>• Investment in AI startups in India surged by 65% in 2021, reaching $7.8 billion across 500+ deals, with a significant focus on B2B SaaS, fintech, and healthtech. This capital in...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4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FFC3E6"/>
                </a:solidFill>
                <a:latin typeface="Poppins"/>
              </a:defRPr>
            </a:pPr>
            <a:r>
              <a:rPr sz="3600" b="1">
                <a:solidFill>
                  <a:srgbClr val="FFC3E6"/>
                </a:solidFill>
                <a:latin typeface="Poppins"/>
              </a:rPr>
              <a:t>Fostering India's AI Future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8229600" cy="5440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Roboto"/>
              </a:defRPr>
            </a:pPr>
            <a:r>
              <a:rPr sz="1600" b="1">
                <a:solidFill>
                  <a:srgbClr val="EBC3F5"/>
                </a:solidFill>
                <a:latin typeface="Roboto"/>
              </a:rPr>
              <a:t>• Prioritize AI skill development through public-private partnerships, investing $500 million over five years to train 1 million individuals in AI, data science, and machine learn...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Roboto"/>
              </a:defRPr>
            </a:pPr>
            <a:r>
              <a:rPr sz="1600" b="1">
                <a:solidFill>
                  <a:srgbClr val="EBC3F5"/>
                </a:solidFill>
                <a:latin typeface="Roboto"/>
              </a:rPr>
              <a:t>• Establish a national AI data trust, consolidating anonymized public sector data with clear governance, enabling AI researchers and startups to access high-quality datasets for m...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Roboto"/>
              </a:defRPr>
            </a:pPr>
            <a:r>
              <a:rPr sz="1600" b="1">
                <a:solidFill>
                  <a:srgbClr val="EBC3F5"/>
                </a:solidFill>
                <a:latin typeface="Roboto"/>
              </a:rPr>
              <a:t>• Implement a robust regulatory framework for ethical AI, including guidelines for algorithmic transparency, accountability, and bias mitigation, to build public trust and ensure ...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Roboto"/>
              </a:defRPr>
            </a:pPr>
            <a:r>
              <a:rPr sz="1600" b="1">
                <a:solidFill>
                  <a:srgbClr val="EBC3F5"/>
                </a:solidFill>
                <a:latin typeface="Roboto"/>
              </a:rPr>
              <a:t>• Incentivize AI research and development through tax breaks, grants, and dedicated incubators, allocating an additional $200 million annually to academic institutions and startup...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Roboto"/>
              </a:defRPr>
            </a:pPr>
            <a:r>
              <a:rPr sz="1600" b="1">
                <a:solidFill>
                  <a:srgbClr val="EBC3F5"/>
                </a:solidFill>
                <a:latin typeface="Roboto"/>
              </a:rPr>
              <a:t>• Foster international collaborations and partnerships with leading AI nations and organizations to facilitate knowledge transfer, joint research projects, and access to advanced 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