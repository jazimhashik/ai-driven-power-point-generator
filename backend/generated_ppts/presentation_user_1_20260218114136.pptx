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B496"/>
                </a:solidFill>
                <a:latin typeface="Poppins"/>
              </a:defRPr>
            </a:pPr>
            <a:r>
              <a:t>ai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CC8"/>
                </a:solidFill>
                <a:latin typeface="Poppins"/>
              </a:defRPr>
            </a:pPr>
            <a:r>
              <a:t>Generated by Cosmic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B496"/>
                </a:solidFill>
                <a:latin typeface="Poppins"/>
              </a:defRPr>
            </a:pPr>
            <a:r>
              <a:t>Sectoral AI Impact: Key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Healthcare: AI diagnostics (e.g., Niramai for breast cancer screening) enhancing early detection and treatment accessibility.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Financial Services: Fraud detection, personalized banking (e.g., chatbots, credit scoring) improving security and customer engagement.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Agriculture: Precision farming, crop yield prediction (e.g., satellite imagery AI) boosting farmer income and food security.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E-commerce &amp; Retail: AI-driven recommendations, supply chain optimization improving customer engagement and logistics efficiency.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Automotive: Autonomous driving research and smart manufacturing processes reducing costs and enhancing product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B496"/>
                </a:solidFill>
                <a:latin typeface="Poppins"/>
              </a:defRPr>
            </a:pPr>
            <a:r>
              <a:t>Navigating AI's Path: Challenges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Data quality and accessibility remain critical hurdles for effective AI model training and deployment at scale.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Skill gap in advanced AI research and specialized applications necessitates urgent upskilling and talent development initiatives.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Ethical AI governance and robust regulatory frameworks are crucial for building public trust and ensuring responsible adoption.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Opportunity to leapfrog traditional infrastructure with AI-first solutions, particularly in underserved rural areas.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India's diverse linguistic landscape presents a unique opportunity for developing multilingual and localized AI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B496"/>
                </a:solidFill>
                <a:latin typeface="Poppins"/>
              </a:defRPr>
            </a:pPr>
            <a:r>
              <a:t>Government's AI Vision: Policy &amp;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NITI Aayog's "National Strategy for Artificial Intelligence" frames key development priorities and strategic roadmaps.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Digital India program provides foundational digital infrastructure, accelerating AI deployment and accessibility nationwide.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National AI Portal (indiaai.gov.in) aggregates resources, research, and initiatives, fostering collaboration among stakeholders.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Public-private partnerships are actively encouraged to foster innovation and accelerate AI adoption across critical sectors.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Investment in AI research centers (e.g., IITs) and talent development programs is expanding to create a robust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B496"/>
                </a:solidFill>
                <a:latin typeface="Poppins"/>
              </a:defRPr>
            </a:pPr>
            <a:r>
              <a:t>Future Forward: Strategic Imperatives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Invest in deep tech AI research to create proprietary, globally competitive solutions and intellectual property.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Prioritize ethical AI development, ensuring fairness, transparency, and accountability in all applications.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Foster cross-sector collaboration to leverage diverse data sets and solve complex, real-world problems.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Develop robust data privacy and security frameworks to build user confidence and protect sensitive information.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DCC8"/>
                </a:solidFill>
                <a:latin typeface="Poppins"/>
              </a:defRPr>
            </a:pPr>
            <a:r>
              <a:t>Position India as a global leader in responsible and inclusive AI innovation, setting international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