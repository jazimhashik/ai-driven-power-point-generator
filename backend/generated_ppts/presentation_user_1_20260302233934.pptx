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embeddedFontLst>
    <p:embeddedFont>
      <p:font typeface="Poppins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Poppins"/>
              </a:defRPr>
            </a:pPr>
            <a:r>
              <a:rPr sz="3600" b="1">
                <a:solidFill>
                  <a:srgbClr val="A0F5A0"/>
                </a:solidFill>
                <a:latin typeface="Poppins"/>
                <a:cs typeface="Poppins"/>
                <a:ea typeface="Poppins"/>
              </a:rPr>
              <a:t>ai in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Times New Roman"/>
              </a:defRPr>
            </a:pPr>
            <a:r>
              <a:rPr sz="22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Ai in india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Poppins"/>
              </a:defRPr>
            </a:pPr>
            <a:r>
              <a:rPr sz="3600" b="1">
                <a:solidFill>
                  <a:srgbClr val="A0F5A0"/>
                </a:solidFill>
                <a:latin typeface="Poppins"/>
                <a:cs typeface="Poppins"/>
                <a:ea typeface="Poppins"/>
              </a:rPr>
              <a:t>Current Landscape: Growth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AI adoption accelerates across diverse Indian sectors.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Talent pool expanding, yet skill gaps require attention.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Infrastructure development is critical for widespread deployment.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Policy frameworks evolve to support responsible innovation.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Startup ecosystem thrives with over 3,000 AI firms.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Poppins"/>
              </a:defRPr>
            </a:pPr>
            <a:r>
              <a:rPr sz="3600" b="1">
                <a:solidFill>
                  <a:srgbClr val="A0F5A0"/>
                </a:solidFill>
                <a:latin typeface="Poppins"/>
                <a:cs typeface="Poppins"/>
                <a:ea typeface="Poppins"/>
              </a:rPr>
              <a:t>Sectoral Impact and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Healthcare uses AI for diagnostics and drug discovery.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Agriculture benefits from predictive analytics for crop yield.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Fintech employs AI for fraud detection and personalized banking.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Manufacturing optimizes operations with AI-powered automation.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Education integrates AI for personalized learning experiences.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Poppins"/>
              </a:defRPr>
            </a:pPr>
            <a:r>
              <a:rPr sz="3600" b="1">
                <a:solidFill>
                  <a:srgbClr val="A0F5A0"/>
                </a:solidFill>
                <a:latin typeface="Poppins"/>
                <a:cs typeface="Poppins"/>
                <a:ea typeface="Poppins"/>
              </a:rPr>
              <a:t>Driving Forces and 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India's AI market projected to grow 20% annually.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NITI Aayog’s National AI Strategy guides development.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Bengaluru and Hyderabad emerge as major AI hubs.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Over 200,000 AI professionals employed across industries.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Digital India initiatives provide foundational data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Poppins"/>
              </a:defRPr>
            </a:pPr>
            <a:r>
              <a:rPr sz="3600" b="1">
                <a:solidFill>
                  <a:srgbClr val="A0F5A0"/>
                </a:solidFill>
                <a:latin typeface="Poppins"/>
                <a:cs typeface="Poppins"/>
                <a:ea typeface="Poppins"/>
              </a:rPr>
              <a:t>Future Pathways for AI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Invest in specialized AI research and development centers.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Foster industry-academia partnerships for enhanced skill development.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Develop robust data infrastructure and secure data privacy.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Promote ethical AI guidelines and responsible innovation practices.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Times New Roman"/>
              </a:defRPr>
            </a:pPr>
            <a:r>
              <a:rPr sz="16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• Encourage international collaborations for advanced AI capabilities.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Poppins"/>
              </a:defRPr>
            </a:pPr>
            <a:r>
              <a:rPr sz="3600" b="1">
                <a:solidFill>
                  <a:srgbClr val="A0F5A0"/>
                </a:solidFill>
                <a:latin typeface="Poppins"/>
                <a:cs typeface="Poppins"/>
                <a:ea typeface="Poppins"/>
              </a:rPr>
              <a:t>Thank You!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Times New Roman"/>
              </a:defRPr>
            </a:pPr>
            <a:r>
              <a:rPr sz="2200" b="1">
                <a:solidFill>
                  <a:srgbClr val="D2FFC8"/>
                </a:solidFill>
                <a:latin typeface="Times New Roman"/>
                <a:cs typeface="Times New Roman"/>
                <a:ea typeface="Times New Roman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