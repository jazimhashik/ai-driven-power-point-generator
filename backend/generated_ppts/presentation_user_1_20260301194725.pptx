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AI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Current Supply Chain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Over-reliance on linear economic models drives significant waste generation.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Inadequate visibility into Scope 3 emissions across global suppliers.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Rising consumer demand for transparent, ethically sourced products.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Geopolitical instability disrupts traditional sourcing and distribution networks.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Regulatory pressures, like EU Green Deal, necessitate immediate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Sustainability Gaps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60% of surveyed suppliers lack formal environmental management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Significant potential exists in circular economy principles adoption.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Digital twin technology can optimize logistics, reducing carbon output 15%.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Investing in renewable energy for facilities offers substantial long-term savings.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Collaboration with NGOs enhances ethical sourcing and community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Impact Metrics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Achieved 25% reduction in packaging waste through material redesign.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Implemented supplier audits leading to 18% improvement in labor conditions.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Piloted blockchain for traceability, increasing transparency by 90%.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Reduced water consumption by 12% in manufacturing through process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Partnered with local communities, boosting regional employment by 10%.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Strategic Roadmap &amp; Future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Develop a comprehensive, measurable sustainability policy by Q3 2024.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Implement supplier sustainability scorecards for ongoing performance evaluation.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Invest in advanced analytics to optimize logistics and reduce carbon emissions.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Explore circular economy pilot programs for key product lines next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Establish cross-functional task force to drive continuous improvement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