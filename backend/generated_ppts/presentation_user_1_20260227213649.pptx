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[Global Cybercrime Trends and Evolving Threats]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Ransomware attacks continue to surge, targeting critical infrastructure and 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Phishing and social engineering remain highly effective tactics for initial 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Supply chain attacks exploit trusted relationships to compromise multiple org...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Massive data breaches regularly expose sensitive personal and corporate infor...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The dark web facilitates the trade of stolen data, exploit kits, and illicit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[Cybercrime Landscape in India: A Growing Challenge]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India's rapid digital transformation creates a vast and appealing attack surf...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Financial fraud, including UPI scams, banking phishing, and loan app frauds,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Data breaches targeting Indian companies and government entities are becoming...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Small and Medium Enterprises (SMEs) are particularly vulnerable due to limite...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Critical infrastructure sectors, like energy, finance, and healthcare, face 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India ranks among the top countries globally for reported cyberattacks, espec...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[Addressing Cybercrime in India: Challenges &amp; Initiatives]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Low cybercrime reporting rates hinder accurate threat assessment and effectiv...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A significant lack of widespread cybersecurity awareness among the general pu...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A critical shortage of skilled cybersecurity professionals impacts India's de...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Government initiatives like CERT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In provide crucial incident response, advisory services, and vulnerability co...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The National Cybercrime Reporting Portal (NCRP) facilitates online crime repo...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28A745"/>
                </a:solidFill>
                <a:latin typeface="Roboto"/>
              </a:defRPr>
            </a:pPr>
            <a:r>
              <a:rPr>
                <a:latin typeface="Roboto"/>
              </a:rPr>
              <a:t>[Future Outlook &amp; Prevention: Global and Indian Strategies]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Emerging threats include IoT vulnerabilities, deepfake scams, quantum computi...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powered attacks.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International cooperation is crucial for effective intelligence sharing and c...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For individuals: practicing strong cyber hygiene, utilizing multi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factor authentication (MFA), and regularly updating software are vital.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Roboto"/>
              </a:defRPr>
            </a:pPr>
            <a:r>
              <a:rPr>
                <a:latin typeface="Roboto"/>
              </a:rPr>
              <a:t>For organizations: implementing robust security frameworks, comprehensive emp...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