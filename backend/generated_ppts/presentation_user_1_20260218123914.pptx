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DM Sans"/>
              </a:defRPr>
            </a:pPr>
            <a:r>
              <a:t>ai in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t>AI's Impact Across Key Sectors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Healthcare transformation: AI aids in early disease detection, personalized treatment plans, and drug discovery, improving public health outcomes.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Agricultural intelligence: Precision farming, crop yield optimization, and pest detection leverage AI for food security and farmer prosperity.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Financial services innovation: AI-powered fraud detection, risk assessment, and personalized banking enhance security and customer experience.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Manufacturing and automation: Predictive maintenance, quality control, and supply chain optimization boost industrial productivity and reduce waste.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Public service delivery: AI improves governance through smart city solutions, grievance redressal, and efficient resource allocation.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t>Government Initiatives &amp;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'AI for All' Strategy: NITI Aayog's vision focuses on inclusive AI applications across key socio-economic sectors for national benefit.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National AI Portal (indiaai.gov.in): A collaborative platform for AI research, resources, and policy discussions, fostering ecosystem growth.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Responsible AI Framework: Emphasis on ethical AI development, data governance, and privacy protection to build public trust.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Skilling and R&amp;D Investment: Government programs and grants promote AI education, workforce development, and cutting-edge research.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Global partnerships: India actively seeks international collaborations and aligns with global standards for AI governance and innovation.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t>Challenges and Opportunities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Data privacy and security: Ensuring robust data protection frameworks is critical for consumer trust and ethical AI deployment.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Skilling gap in AI workforce: Bridging the demand-supply gap for specialized AI professionals remains a key challenge for sustained growth.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Infrastructure and compute power: Scaling AI initiatives requires significant investment in advanced computing and cloud infrastructure.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Ethical AI development: Addressing biases in algorithms and ensuring fairness and transparency are paramount for societal acceptance.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Tremendous market opportunity: India's vast unmet needs in various sectors present unique opportunities for AI-driven solutions.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t>Shaping India's AI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Economic growth catalyst: AI is projected to add $500 billion to India’s GDP by 2025, fostering new industries and job roles.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Global AI leadership: India aims to be a leader in developing impactful, frugal, and inclusive AI solutions for the world.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Inclusive AI focus: Prioritizing AI applications that benefit underserved populations and address critical national challenges.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Vibrant startup ecosystem: A thriving environment for AI startups attracts investment and drives rapid innovation.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C8DCFF"/>
                </a:solidFill>
                <a:latin typeface="Inter"/>
              </a:defRPr>
            </a:pPr>
            <a:r>
              <a:t>Continuous policy evolution: Adaptive governance will be crucial to navigate technological advancements and ensure responsible growth.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