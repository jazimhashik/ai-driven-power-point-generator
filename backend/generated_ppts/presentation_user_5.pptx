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Welcome to the World of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Green grass, white lines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Round ball ready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Two goals stand tall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Crowd anticipation buzzes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Heart of the Game: The 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Perfectly spherical, size 5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Leather or synthetic surface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Flies through the air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Bounces, spins, rolls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Battlefield: The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Vast rectangular field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Green, lush grass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Penalty boxes, center circle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Touchlines and goal lines mark borders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Team: Players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Eleven against eleven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Goalkeeper, defenders, midfielders, forwards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Each role a vital piece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Substitutes ready to jump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Simple Aims, Complex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Score by putting ball in net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Defend your own goal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Use feet, chest, head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No hands (except keeper)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Essential Skills on Display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Dribbling past defenders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Pinpoint passing accuracy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Powerful, curving shots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Leaping headers in the 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Strategy and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Coaches draw tactics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Fluid formations shift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Teamwork orchestrates attacks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Tight defense blocks shots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Referee and Fair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Whistle signals action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Yellow cards, red cards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Keeping the game fair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Respect for opponents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Global Stage: Major Tournaments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FIFA World Cup roar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UEFA Champions League anthem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Continental championships ignite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Club rivalries fierce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Legends of the Beautiful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Dribbling wizards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Goal-scoring machines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Midfield maestros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Iconic celebrations etched forever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Roar of the Crowd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Packed stadiums vibrate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Chants and songs fill air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Flags wave, scarves twirl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United in passion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Youth Development &amp; Academies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Young talents dreaming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Coaches nurturing skills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Future stars emerge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Grassroots passion grows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Physical &amp; Mental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Cardiovascular fitness boost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Agility and coordination sharpened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Teamwork builds character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Stress relief, pure joy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Technology in Football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VAR reviews decisions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Goal-line technology confirms scores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Wearable trackers analyze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Enhanced viewing experience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The Future: Ever Evolving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New tactics and innovations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Expanding global reach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More diverse fan base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*   The beautiful game continues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