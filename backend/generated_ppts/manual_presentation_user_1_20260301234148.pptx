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embeddedFontLst>
    <p:embeddedFont>
      <p:font typeface="Verdana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cybercrime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Century Gothic"/>
              </a:defRPr>
            </a:pPr>
            <a:r>
              <a:rPr sz="22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abc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efg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hij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klm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nop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DCEBFF"/>
                </a:solidFill>
                <a:latin typeface="Century Gothic"/>
              </a:defRPr>
            </a:pPr>
            <a:r>
              <a:rPr sz="16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• qrs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Century Gothic"/>
              </a:defRPr>
            </a:pPr>
            <a:r>
              <a:rPr sz="2200" b="1">
                <a:solidFill>
                  <a:srgbClr val="DCEBFF"/>
                </a:solidFill>
                <a:latin typeface="Century Gothic"/>
                <a:cs typeface="Century Gothic"/>
                <a:ea typeface="Century Gothic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