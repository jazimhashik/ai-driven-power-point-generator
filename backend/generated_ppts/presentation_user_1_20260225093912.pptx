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Roboto"/>
              </a:defRPr>
            </a:pPr>
            <a:r>
              <a:rPr>
                <a:latin typeface="Roboto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rPr>
                <a:latin typeface="Roboto"/>
              </a:rPr>
              <a:t>Common Cyberattack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Phishing and social engineering schemes remain prevalent, often tricking employees into revealing credentials or installing malware through decepti...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rPr>
                <a:latin typeface="Roboto"/>
              </a:rPr>
              <a:t>Business Impact &amp; Financial Ramifications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Direct financial losses from cybercrime encompass fraud, theft of funds, system recovery costs, and expenses for forensic investigations, often tot...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rPr>
                <a:latin typeface="Roboto"/>
              </a:rPr>
              <a:t>Proactive Cyber Defense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Implementing multi-factor authentication (MFA) is a critical defense, significantly reducing the risk of unauthorized access even if passwords are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rPr>
                <a:latin typeface="Roboto"/>
              </a:rPr>
              <a:t>Building a Resilient Cybersecurity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Mandatory and engaging employee security awareness training is paramount, transforming employees from potential weakest links into a strong line of...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