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  <a:latin typeface="Poppins"/>
              </a:defRPr>
            </a:pPr>
            <a: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6B6B"/>
                </a:solidFill>
                <a:latin typeface="Poppins"/>
              </a:defRPr>
            </a:pPr>
            <a:r>
              <a:t>Sectoral AI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Healthcare: AI-powered diagnostics for early disease detection, e.g., identifying diabetic retinopathy.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Agriculture: Predictive analytics for crop yield optimization and intelligent irrigation systems improving farmer income.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Finance: AI-driven fraud detection and personalized banking services enhancing security and customer experience.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Education: Adaptive learning platforms and smart content delivery improving learning outcomes and accessibility.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Manufacturing: Automation and predictive maintenance boosting operational efficiency and reducing downtime.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6B6B"/>
                </a:solidFill>
                <a:latin typeface="Poppins"/>
              </a:defRPr>
            </a:pPr>
            <a:r>
              <a:t>Navigating AI Frontiers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Data privacy and ethical AI development require robust regulatory frameworks and public trust.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Skill gap in advanced AI competencies necessitates targeted upskilling initiatives and academic reforms.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Infrastructure limitations, particularly in tier-2/3 cities, hinder widespread AI deployment.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Opportunities in frugal AI innovation, developing cost-effective solutions for mass adoption.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India's demographic dividend offers a vast talent pool for global AI development and services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6B6B"/>
                </a:solidFill>
                <a:latin typeface="Poppins"/>
              </a:defRPr>
            </a:pPr>
            <a:r>
              <a:t>Policy &amp; Ecosystem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National AI Strategy (NITI Aayog) focuses on responsible and inclusive AI development.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Dedicated AI research centers, like CAIR and IIT AI labs, fostering innovation and talent development.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Public Digital Infrastructure (e.g., Aadhaar, UPI) provides a robust platform for AI applications at scale.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Incentives for AI startups and R&amp;D through grants, tax breaks, and incubation programs.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International collaborations, like AI Partnership with the US, accelerating knowledge exchange and technology transfer.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F6B6B"/>
                </a:solidFill>
                <a:latin typeface="Poppins"/>
              </a:defRPr>
            </a:pPr>
            <a:r>
              <a:t>Future-Proofing India's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Prioritize investment in cutting-edge research, especially in generative AI and quantum computing.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Foster a robust data governance framework ensuring ethical data utilization and privacy protection.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Scale AI education and skilling programs to build a future-ready workforce for global demand.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Promote AI adoption in public services for enhanced citizen delivery and governance efficiency.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FFDC96"/>
                </a:solidFill>
                <a:latin typeface="Poppins"/>
              </a:defRPr>
            </a:pPr>
            <a:r>
              <a:t>Position India as a global leader in AI innovation, driving economic growth and social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