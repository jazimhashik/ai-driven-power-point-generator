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  <a:cs typeface="Poppins"/>
                <a:ea typeface="Poppins"/>
              </a:rPr>
              <a:t>cybercrime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  <a:cs typeface="Poppins"/>
                <a:ea typeface="Poppins"/>
              </a:rPr>
              <a:t>Evolving Cyber Threat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Threat actors are highly sophisticated, state-sponsored and organized criminal groups.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Remote work significantly expanded attack surfaces for many organizations globally.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Cloud environments are increasingly targeted due to vast data storage.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Internet of Things (IoT) devices present new entry points for malicious actors.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Zero-day exploits are frequently weaponized before patches become available.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  <a:cs typeface="Poppins"/>
                <a:ea typeface="Poppins"/>
              </a:rPr>
              <a:t>Analyzing Attack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Human error contributes to over 85% of successful data breaches.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Unpatched software vulnerabilities are exploited in nearly 60% of intrusions.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Weak authentication practices enable account takeover across platforms.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Insider threats, both malicious and accidental, remain a persistent challenge.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Supply chain attacks leverage trusted vendor relationships for broader impact.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  <a:cs typeface="Poppins"/>
                <a:ea typeface="Poppins"/>
              </a:rPr>
              <a:t>Cybercrime Impact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Average cost of a data breach reached $4.45 million in 2023 globally.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Healthcare sector experiences highest average breach cost, exceeding $10.93 million.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Ransomware payments averaged $1.5 million in Q3 2023 for enterprises.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Manufacturing industry saw 65% increase in cyber incidents year-over-year.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Small businesses face 60% failure rate within 6 months post-cyberattack.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  <a:cs typeface="Poppins"/>
                <a:ea typeface="Poppins"/>
              </a:rPr>
              <a:t>Proactive Cyber Defense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Implement robust multi-factor authentication (MFA) across all systems.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Conduct regular employee cybersecurity awareness training programs effectively.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Prioritize security patching and vulnerability management proactively.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Develop comprehensive incident response plans for rapid containment.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  <a:cs typeface="Poppins"/>
                <a:ea typeface="Poppins"/>
              </a:rPr>
              <a:t>• Invest in advanced threat detection and AI-driven security solutions.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