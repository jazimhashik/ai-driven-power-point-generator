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ai in indian economy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Key Sectoral Transformations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Healthcare benefits from AI diagnostics and drug discovery.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Growth and Job Opportunities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AI boosts productivity and overall economic efficiency.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Challenges and Ethical Path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Data privacy and security remain critical concerns.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0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defRPr sz="3600" b="1">
                <a:solidFill>
                  <a:srgbClr val="8AB4FF"/>
                </a:solidFill>
                <a:latin typeface="Poppins"/>
              </a:defRPr>
            </a:pPr>
            <a:r>
              <a:rPr>
                <a:latin typeface="Poppins"/>
              </a:rPr>
              <a:t>Future Outlook: Strategic Imperatives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8229600" cy="301752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1000"/>
              </a:spcBef>
              <a:spcAft>
                <a:spcPts val="600"/>
              </a:spcAft>
              <a:defRPr/>
            </a:pPr>
            <a:r>
              <a:t>Invest heavily in AI research and development.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