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Core principles and fundamentals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Current trends and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Best practices and recommendations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Challenges and opportunities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Next steps and action items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