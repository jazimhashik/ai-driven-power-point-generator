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 Business analytics along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Traditional Analytics Challenges Persist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Manual data analysis struggles with overwhelming big data volumes.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Legacy systems often lack capabilities for real-time processing.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Enterprises seek scalable solutions for complex data integration.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Current methods offer limited predictive power for future trends.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Bridging the gap from descriptive to prescriptive analytics is critical.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Unleashing AI-Driven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AI algorithms detect subtle patterns human analysts often miss.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Predictive models improve forecasting accuracy by over 20%.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Automated root cause analysis accelerates problem identification significantly.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Real-time dashboards powered by AI facilitate agile business decisions.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Prescriptive recommendations guide optimal actions for desired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Tangible AI Analytics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Retailers reduced inventory holding costs by 15% with AI forecasting.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Financial institutions identified 30% more fraud cases proactively.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Manufacturing optimized production schedules, increasing output 18%.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Healthcare providers enhanced patient outcomes through personalized treatment plans.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Marketing campaigns achieved 12% higher conversion rates using AI segmentation.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Charting the AI Analytics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Prioritize investing in a scalable AI-powered analytics platform.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Cultivate a data-driven culture with continuous learning initiatives.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Implement robust data governance for trusted, high-quality inputs.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Launch pilot projects focusing on specific high-impact business challenges.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Define clear success metrics to measure ROI of AI implementations.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