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Evolving Threat Vectors and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Phishing and spear-phishing campaigns remain highly effective, accounting for over 80% of reported security incidents, as attackers craft increasingly convincing emails and messages to trick employ...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Profound Business and Economic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Direct financial losses from data breaches, including forensic investigation, incident response, legal fees, and regulatory fines, averaged $4.45 million per incident in 2023, representing a 15% in...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Critical Data and Emerging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Global cybercrime damages are projected to inflict $8 trillion in 2023, increasing by 15% annually to reach $10.5 trillion by 2025, underscoring the relentless financial drain on the global economy...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Strategic Mitigation and Future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120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Implement a comprehensive Zero Trust security model, enforcing strict access controls and continuous verification for every user and device attempting to access network resources, regardless of the...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