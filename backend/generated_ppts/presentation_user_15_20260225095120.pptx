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AI Sectoral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Healthcare leverages AI for diagnostics and drug discovery. Patient care sees...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Agriculture uses AI for crop yield optimization. Farmers benefit from predict...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Financial services employ AI for fraud detection. Personalized banking experi...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Education integrates AI for personalized learning. Smart content delivery enh...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Manufacturing adopts AI for process automation. Efficiency and quality contro...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Public services utilize AI for citizen engagement. Government delivery become...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Policy &amp;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National AI Strategy guides development. It focuses on ethical and inclusive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NITI Aayog drives strategic AI implementation. It advises on national priorit...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MeitY programs foster research and innovation. They provide crucial funding.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Robust data policy frameworks are evolving. They ensure privacy and security.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Ethical AI guidelines prioritize responsible deployment. Human-centric approa...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Public-private partnerships accelerate adoption. They combine resources and e...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Hurdles &amp;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Data privacy concerns require careful handling. Robust protection measures ar...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Skilled workforce gap needs urgent attention. Training programs are essential.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Digital infrastructure access varies geographically. Rural areas need better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Ethical deployment frameworks are still developing. Responsible AI is paramount.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Funding access for startups remains a challenge. Investment growth is crucial.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Bias in AI models must be addressed proactively. Fairness ensures equitable o...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AI's Future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 aims to be a global AI innovation hub. Breakthrough solutions will emerge.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Inclusive AI development is a national priority. Benefits will reach all citi...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Skill development will be continuously emphasized. A future-ready workforce i...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Research and development will see increased investment. Breakthroughs drive p...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AI will drive significant social impact. It improves living standards nationw...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Strategic international collaborations will expand. India seeks global leader...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