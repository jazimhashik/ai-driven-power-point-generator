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Types of Business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Descriptive: What happened? (Past data)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Benefits of Analytics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Optimize operations, reduce costs 15%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Analytics Tools and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BI dashboards: Tableau,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Analytics Applications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Marketing campaign optimization: 10% ROI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