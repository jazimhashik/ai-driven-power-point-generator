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Poppins"/>
              </a:defRPr>
            </a:pPr>
            <a:r>
              <a:t>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Leveraging Predictive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Predictive models forecast future trends, customer behaviors, and market outcomes.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Examples include customer churn prediction or demand forecasting for inventory.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Utilizes machine learning algorithms to identify complex patterns in historical data.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Enables proactive decision-making, shifting from reactive problem-solving.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Why it matters: Minimizes potential risks, identifies emerging opportunities, drives proactive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Prescriptive Action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Prescriptive analytics recommends optimal actions to achieve specific business goals.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Examples: optimal pricing strategies, dynamic resource allocation, personalized offers.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Often employs simulation and optimization techniques to model various scenarios.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Provides clear, data-backed 'what to do' guidance for maximum impact.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Why it matters: Maximizes efficiency, boosts profitability, and reduces wasted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Building Analytics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Establish robust data governance frameworks for data quality, security, and compliance.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Select appropriate technology stack: BI tools, data warehouses, advanced ML platforms.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Foster a data-driven culture through leadership buy-in and organization-wide training.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Measure analytics ROI through quantifiable KPIs like cost reduction or revenue uplift.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Why it matters: Ensures sustainable, scalable, and impactful analytics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t>Transforming Business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Personalize customer experiences, increasing engagement and conversion rates by 20%.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Optimize supply chain logistics, reducing operational costs by an average of 15%.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Enhance fraud detection systems, saving organizations millions annually in losses.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Guide product development and innovation based on deep market and user insights.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Poppins"/>
              </a:defRPr>
            </a:pPr>
            <a:r>
              <a:t>Why it matters: Direct impact on profitability, market share, and sustained competitive advantage.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