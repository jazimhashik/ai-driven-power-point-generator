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Segoe UI"/>
              </a:defRPr>
            </a:pPr>
            <a:r>
              <a:rPr sz="3600" b="1">
                <a:solidFill>
                  <a:srgbClr val="A0F5A0"/>
                </a:solidFill>
                <a:latin typeface="Segoe UI"/>
              </a:rP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Segoe UI"/>
              </a:defRPr>
            </a:pPr>
            <a:r>
              <a:rPr sz="3600" b="1">
                <a:solidFill>
                  <a:srgbClr val="A0F5A0"/>
                </a:solidFill>
                <a:latin typeface="Segoe UI"/>
              </a:rPr>
              <a:t>Current AI Sector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India ranks among top three nations for AI skills penetration globally.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Over 2,000 active AI startups now operate across the nation.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Significant investments from public and private sectors fuel growth.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Early AI adoption is strong in finance, healthcare, and agriculture.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Robust data infrastructure and connectivity are crucial for widespread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Segoe UI"/>
              </a:defRPr>
            </a:pPr>
            <a:r>
              <a:rPr sz="3600" b="1">
                <a:solidFill>
                  <a:srgbClr val="A0F5A0"/>
                </a:solidFill>
                <a:latin typeface="Segoe UI"/>
              </a:rPr>
              <a:t>Impactful Sectoral AI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Healthcare uses AI for diagnostics, drug discovery, and personalized treatments.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Agriculture benefits from AI in crop yield prediction, precision farming techniques.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Financial services employ AI for fraud detection, credit scoring, customer support.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Manufacturing deploys AI for predictive maintenance, optimizing supply chains.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Retail and e-commerce enhance customer experience and inventory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Segoe UI"/>
              </a:defRPr>
            </a:pPr>
            <a:r>
              <a:rPr sz="3600" b="1">
                <a:solidFill>
                  <a:srgbClr val="A0F5A0"/>
                </a:solidFill>
                <a:latin typeface="Segoe UI"/>
              </a:rPr>
              <a:t>Driving Economic Growth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AI could boost India's annual growth rate by 1.3 percentage points.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NASSCOM projects India's AI market to reach $7.8 billion by 2025.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Investments in Indian AI startups surged by 120% last year.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Over 400,000 AI professionals actively contribute to the workforce.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Government's 'Responsible AI for All' promotes ethical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Segoe UI"/>
              </a:defRPr>
            </a:pPr>
            <a:r>
              <a:rPr sz="3600" b="1">
                <a:solidFill>
                  <a:srgbClr val="A0F5A0"/>
                </a:solidFill>
                <a:latin typeface="Segoe UI"/>
              </a:rPr>
              <a:t>Strategic AI Development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Significantly invest in AI research, development, and innovation centers.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Enhance digital infrastructure and expand high-speed internet access.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Upskill and reskill workforce for emerging AI-driven job roles.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Foster strong public-private partnerships for scaled AI initiatives.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Segoe UI"/>
              </a:defRPr>
            </a:pPr>
            <a:r>
              <a:rPr sz="1600" b="1">
                <a:solidFill>
                  <a:srgbClr val="D2FFC8"/>
                </a:solidFill>
                <a:latin typeface="Segoe UI"/>
              </a:rPr>
              <a:t>• Develop robust regulatory frameworks ensuring ethical and fair AI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