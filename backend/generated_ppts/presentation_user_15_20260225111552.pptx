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ai in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Driving AI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Government initiatives push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Key Sectoral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Healthcare, finance, agriculture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Challenges and Potential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Data infrastructure gaps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DM Sans"/>
              </a:defRPr>
            </a:pPr>
            <a:r>
              <a:rPr>
                <a:latin typeface="DM Sans"/>
              </a:rPr>
              <a:t>India's AI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606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Global AI innovation 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