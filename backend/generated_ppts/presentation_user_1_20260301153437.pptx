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Roboto"/>
              </a:defRPr>
            </a:pPr>
            <a:r>
              <a:rPr sz="3600" b="1">
                <a:solidFill>
                  <a:srgbClr val="FFC3E6"/>
                </a:solidFill>
                <a:latin typeface="Roboto"/>
                <a:cs typeface="Roboto"/>
                <a:ea typeface="Roboto"/>
              </a:rPr>
              <a:t>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Roboto"/>
              </a:defRPr>
            </a:pPr>
            <a:r>
              <a:rPr sz="3600" b="1">
                <a:solidFill>
                  <a:srgbClr val="FFC3E6"/>
                </a:solidFill>
                <a:latin typeface="Roboto"/>
                <a:cs typeface="Roboto"/>
                <a:ea typeface="Roboto"/>
              </a:rPr>
              <a:t>Navigating Data Complexity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Exponential data volume challenges traditional processing capabilities.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Disconnected data silos hinder comprehensive, unified analysis.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Scarcity of skilled analysts creates significant insight bottlenecks.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Many organizations struggle with real-time data integration.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Poor data quality compromises accuracy of strategic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Roboto"/>
              </a:defRPr>
            </a:pPr>
            <a:r>
              <a:rPr sz="3600" b="1">
                <a:solidFill>
                  <a:srgbClr val="FFC3E6"/>
                </a:solidFill>
                <a:latin typeface="Roboto"/>
                <a:cs typeface="Roboto"/>
                <a:ea typeface="Roboto"/>
              </a:rPr>
              <a:t>Driving Key Analytics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Customer segmentation identifies and targets high-value client groups.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Predictive models forecast sales trends with over 90% accuracy.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Operational efficiency increased 15% through process optimization.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Marketing campaign ROI improved 20% using attribution insights.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Enhanced risk mitigation strategies via proactive anomaly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Roboto"/>
              </a:defRPr>
            </a:pPr>
            <a:r>
              <a:rPr sz="3600" b="1">
                <a:solidFill>
                  <a:srgbClr val="FFC3E6"/>
                </a:solidFill>
                <a:latin typeface="Roboto"/>
                <a:cs typeface="Roboto"/>
                <a:ea typeface="Roboto"/>
              </a:rPr>
              <a:t>Quantifying Analytics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Customer churn reduced 8% using advanced predictive behavior analysis.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Inventory optimization cut carrying costs by $1.2M last quarter.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Sales conversion rates improved 10% through personalized offers.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Supply chain disruptions decreased 18% with real-time monitoring.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Product development cycles shortened 25% based on market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Roboto"/>
              </a:defRPr>
            </a:pPr>
            <a:r>
              <a:rPr sz="3600" b="1">
                <a:solidFill>
                  <a:srgbClr val="FFC3E6"/>
                </a:solidFill>
                <a:latin typeface="Roboto"/>
                <a:cs typeface="Roboto"/>
                <a:ea typeface="Roboto"/>
              </a:rPr>
              <a:t>Next Steps: Analytics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Invest in robust data warehousing and integration platforms.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Develop skilled analytics teams through targeted training programs.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Establish clear data governance policies and quality standards.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Prioritize high-impact use cases for maximum business value.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entury Gothic"/>
              </a:defRPr>
            </a:pPr>
            <a:r>
              <a:rPr sz="1600" b="1">
                <a:solidFill>
                  <a:srgbClr val="EBC3F5"/>
                </a:solidFill>
                <a:latin typeface="Century Gothic"/>
                <a:cs typeface="Century Gothic"/>
                <a:ea typeface="Century Gothic"/>
              </a:rPr>
              <a:t>• Foster a data-driven culture across all organizational functions.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