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0F5A0"/>
                </a:solidFill>
                <a:latin typeface="Roboto"/>
              </a:defRPr>
            </a:pPr>
            <a:r>
              <a:rPr sz="3600" b="1">
                <a:solidFill>
                  <a:srgbClr val="A0F5A0"/>
                </a:solidFill>
                <a:latin typeface="Roboto"/>
                <a:cs typeface="Roboto"/>
                <a:ea typeface="Roboto"/>
              </a:rPr>
              <a:t>ai in indian economy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A0F5A0"/>
                </a:solidFill>
                <a:latin typeface="Roboto"/>
              </a:defRPr>
            </a:pPr>
            <a:r>
              <a:rPr sz="3600" b="1">
                <a:solidFill>
                  <a:srgbClr val="A0F5A0"/>
                </a:solidFill>
                <a:latin typeface="Roboto"/>
                <a:cs typeface="Roboto"/>
                <a:ea typeface="Roboto"/>
              </a:rPr>
              <a:t>India's Evolving AI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Roboto"/>
              </a:defRPr>
            </a:pPr>
            <a:r>
              <a:rPr sz="1600" b="1">
                <a:solidFill>
                  <a:srgbClr val="D2FFC8"/>
                </a:solidFill>
                <a:latin typeface="Roboto"/>
                <a:cs typeface="Roboto"/>
                <a:ea typeface="Roboto"/>
              </a:rPr>
              <a:t>• Government initiatives like 'AI for All' actively fostering adoption.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Roboto"/>
              </a:defRPr>
            </a:pPr>
            <a:r>
              <a:rPr sz="1600" b="1">
                <a:solidFill>
                  <a:srgbClr val="D2FFC8"/>
                </a:solidFill>
                <a:latin typeface="Roboto"/>
                <a:cs typeface="Roboto"/>
                <a:ea typeface="Roboto"/>
              </a:rPr>
              <a:t>• Rapid growth observed in AI startups and innovation ecosystems.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Roboto"/>
              </a:defRPr>
            </a:pPr>
            <a:r>
              <a:rPr sz="1600" b="1">
                <a:solidFill>
                  <a:srgbClr val="D2FFC8"/>
                </a:solidFill>
                <a:latin typeface="Roboto"/>
                <a:cs typeface="Roboto"/>
                <a:ea typeface="Roboto"/>
              </a:rPr>
              <a:t>• Academia and industry collaborate effectively on skill development programs.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Roboto"/>
              </a:defRPr>
            </a:pPr>
            <a:r>
              <a:rPr sz="1600" b="1">
                <a:solidFill>
                  <a:srgbClr val="D2FFC8"/>
                </a:solidFill>
                <a:latin typeface="Roboto"/>
                <a:cs typeface="Roboto"/>
                <a:ea typeface="Roboto"/>
              </a:rPr>
              <a:t>• Abundant data generation successfully fuels sophisticated AI model training.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Roboto"/>
              </a:defRPr>
            </a:pPr>
            <a:r>
              <a:rPr sz="1600" b="1">
                <a:solidFill>
                  <a:srgbClr val="D2FFC8"/>
                </a:solidFill>
                <a:latin typeface="Roboto"/>
                <a:cs typeface="Roboto"/>
                <a:ea typeface="Roboto"/>
              </a:rPr>
              <a:t>• Increasing private investment accelerates crucial AI infrastructure buildout.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A0F5A0"/>
                </a:solidFill>
                <a:latin typeface="Roboto"/>
              </a:defRPr>
            </a:pPr>
            <a:r>
              <a:rPr sz="3600" b="1">
                <a:solidFill>
                  <a:srgbClr val="A0F5A0"/>
                </a:solidFill>
                <a:latin typeface="Roboto"/>
                <a:cs typeface="Roboto"/>
                <a:ea typeface="Roboto"/>
              </a:rPr>
              <a:t>Sectoral AI Integration &amp;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Roboto"/>
              </a:defRPr>
            </a:pPr>
            <a:r>
              <a:rPr sz="1600" b="1">
                <a:solidFill>
                  <a:srgbClr val="D2FFC8"/>
                </a:solidFill>
                <a:latin typeface="Roboto"/>
                <a:cs typeface="Roboto"/>
                <a:ea typeface="Roboto"/>
              </a:rPr>
              <a:t>• Agriculture leveraging AI for crop health monitoring and market prediction.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Roboto"/>
              </a:defRPr>
            </a:pPr>
            <a:r>
              <a:rPr sz="1600" b="1">
                <a:solidFill>
                  <a:srgbClr val="D2FFC8"/>
                </a:solidFill>
                <a:latin typeface="Roboto"/>
                <a:cs typeface="Roboto"/>
                <a:ea typeface="Roboto"/>
              </a:rPr>
              <a:t>• Healthcare utilizing AI for enhanced diagnostics, drug discovery, patient care.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Roboto"/>
              </a:defRPr>
            </a:pPr>
            <a:r>
              <a:rPr sz="1600" b="1">
                <a:solidFill>
                  <a:srgbClr val="D2FFC8"/>
                </a:solidFill>
                <a:latin typeface="Roboto"/>
                <a:cs typeface="Roboto"/>
                <a:ea typeface="Roboto"/>
              </a:rPr>
              <a:t>• Financial services improving fraud detection and personalized customer offerings.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Roboto"/>
              </a:defRPr>
            </a:pPr>
            <a:r>
              <a:rPr sz="1600" b="1">
                <a:solidFill>
                  <a:srgbClr val="D2FFC8"/>
                </a:solidFill>
                <a:latin typeface="Roboto"/>
                <a:cs typeface="Roboto"/>
                <a:ea typeface="Roboto"/>
              </a:rPr>
              <a:t>• Manufacturing optimizing production with predictive maintenance and automation.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Roboto"/>
              </a:defRPr>
            </a:pPr>
            <a:r>
              <a:rPr sz="1600" b="1">
                <a:solidFill>
                  <a:srgbClr val="D2FFC8"/>
                </a:solidFill>
                <a:latin typeface="Roboto"/>
                <a:cs typeface="Roboto"/>
                <a:ea typeface="Roboto"/>
              </a:rPr>
              <a:t>• Education personalizing learning paths and streamlining administrative processes.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A0F5A0"/>
                </a:solidFill>
                <a:latin typeface="Roboto"/>
              </a:defRPr>
            </a:pPr>
            <a:r>
              <a:rPr sz="3600" b="1">
                <a:solidFill>
                  <a:srgbClr val="A0F5A0"/>
                </a:solidFill>
                <a:latin typeface="Roboto"/>
                <a:cs typeface="Roboto"/>
                <a:ea typeface="Roboto"/>
              </a:rPr>
              <a:t>Quantifying AI's Economic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Roboto"/>
              </a:defRPr>
            </a:pPr>
            <a:r>
              <a:rPr sz="1600" b="1">
                <a:solidFill>
                  <a:srgbClr val="D2FFC8"/>
                </a:solidFill>
                <a:latin typeface="Roboto"/>
                <a:cs typeface="Roboto"/>
                <a:ea typeface="Roboto"/>
              </a:rPr>
              <a:t>• AI could add $957 billion to India's GDP by 2035 (Accenture).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Roboto"/>
              </a:defRPr>
            </a:pPr>
            <a:r>
              <a:rPr sz="1600" b="1">
                <a:solidFill>
                  <a:srgbClr val="D2FFC8"/>
                </a:solidFill>
                <a:latin typeface="Roboto"/>
                <a:cs typeface="Roboto"/>
                <a:ea typeface="Roboto"/>
              </a:rPr>
              <a:t>• India's AI/ML job market grew 40% annually in 2022 (NASSCOM).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Roboto"/>
              </a:defRPr>
            </a:pPr>
            <a:r>
              <a:rPr sz="1600" b="1">
                <a:solidFill>
                  <a:srgbClr val="D2FFC8"/>
                </a:solidFill>
                <a:latin typeface="Roboto"/>
                <a:cs typeface="Roboto"/>
                <a:ea typeface="Roboto"/>
              </a:rPr>
              <a:t>• Fintech AI market projected to hit $10 billion by 2025 (Statista).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Roboto"/>
              </a:defRPr>
            </a:pPr>
            <a:r>
              <a:rPr sz="1600" b="1">
                <a:solidFill>
                  <a:srgbClr val="D2FFC8"/>
                </a:solidFill>
                <a:latin typeface="Roboto"/>
                <a:cs typeface="Roboto"/>
                <a:ea typeface="Roboto"/>
              </a:rPr>
              <a:t>• Healthcare AI market expected to reach $6.8 billion by 2027 (Mordor Intelligence).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Roboto"/>
              </a:defRPr>
            </a:pPr>
            <a:r>
              <a:rPr sz="1600" b="1">
                <a:solidFill>
                  <a:srgbClr val="D2FFC8"/>
                </a:solidFill>
                <a:latin typeface="Roboto"/>
                <a:cs typeface="Roboto"/>
                <a:ea typeface="Roboto"/>
              </a:rPr>
              <a:t>• India holds top five global position for AI skill penetration (LinkedIn).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A0F5A0"/>
                </a:solidFill>
                <a:latin typeface="Roboto"/>
              </a:defRPr>
            </a:pPr>
            <a:r>
              <a:rPr sz="3600" b="1">
                <a:solidFill>
                  <a:srgbClr val="A0F5A0"/>
                </a:solidFill>
                <a:latin typeface="Roboto"/>
                <a:cs typeface="Roboto"/>
                <a:ea typeface="Roboto"/>
              </a:rPr>
              <a:t>Strategic Imperatives for AI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Roboto"/>
              </a:defRPr>
            </a:pPr>
            <a:r>
              <a:rPr sz="1600" b="1">
                <a:solidFill>
                  <a:srgbClr val="D2FFC8"/>
                </a:solidFill>
                <a:latin typeface="Roboto"/>
                <a:cs typeface="Roboto"/>
                <a:ea typeface="Roboto"/>
              </a:rPr>
              <a:t>• Increase investment in cutting-edge AI research and development centers.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Roboto"/>
              </a:defRPr>
            </a:pPr>
            <a:r>
              <a:rPr sz="1600" b="1">
                <a:solidFill>
                  <a:srgbClr val="D2FFC8"/>
                </a:solidFill>
                <a:latin typeface="Roboto"/>
                <a:cs typeface="Roboto"/>
                <a:ea typeface="Roboto"/>
              </a:rPr>
              <a:t>• Develop ethical AI guidelines and robust data governance policies promptly.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Roboto"/>
              </a:defRPr>
            </a:pPr>
            <a:r>
              <a:rPr sz="1600" b="1">
                <a:solidFill>
                  <a:srgbClr val="D2FFC8"/>
                </a:solidFill>
                <a:latin typeface="Roboto"/>
                <a:cs typeface="Roboto"/>
                <a:ea typeface="Roboto"/>
              </a:rPr>
              <a:t>• Implement comprehensive upskilling programs for future workforce needs.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Roboto"/>
              </a:defRPr>
            </a:pPr>
            <a:r>
              <a:rPr sz="1600" b="1">
                <a:solidFill>
                  <a:srgbClr val="D2FFC8"/>
                </a:solidFill>
                <a:latin typeface="Roboto"/>
                <a:cs typeface="Roboto"/>
                <a:ea typeface="Roboto"/>
              </a:rPr>
              <a:t>• Foster strong public-private collaborations to accelerate AI innovation.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Roboto"/>
              </a:defRPr>
            </a:pPr>
            <a:r>
              <a:rPr sz="1600" b="1">
                <a:solidFill>
                  <a:srgbClr val="D2FFC8"/>
                </a:solidFill>
                <a:latin typeface="Roboto"/>
                <a:cs typeface="Roboto"/>
                <a:ea typeface="Roboto"/>
              </a:rPr>
              <a:t>• Establish a national AI framework with clear execution goals and timelines.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