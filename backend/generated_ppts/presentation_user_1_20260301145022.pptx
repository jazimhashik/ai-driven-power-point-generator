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AB44B"/>
                </a:solidFill>
                <a:latin typeface="Roboto"/>
              </a:defRPr>
            </a:pPr>
            <a:r>
              <a:rPr sz="3600" b="1">
                <a:solidFill>
                  <a:srgbClr val="DAB44B"/>
                </a:solidFill>
                <a:latin typeface="Roboto"/>
                <a:cs typeface="Roboto"/>
                <a:ea typeface="Roboto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Roboto"/>
              </a:defRPr>
            </a:pPr>
            <a:r>
              <a:rPr sz="3600" b="1">
                <a:solidFill>
                  <a:srgbClr val="DAB44B"/>
                </a:solidFill>
                <a:latin typeface="Roboto"/>
                <a:cs typeface="Roboto"/>
                <a:ea typeface="Roboto"/>
              </a:rPr>
              <a:t>Current Landscape and Growth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NITI Aayog identifies five priority sectors for AI application.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Increased venture capital funding in AI startups, exceeding $3 billion.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Digital public infrastructure provides robust platform for AI deployment nationwide.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Strong government push for data localization and ethical AI guidelines.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Tier-2 and Tier-3 cities emerging as new AI innovation hubs.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Roboto"/>
              </a:defRPr>
            </a:pPr>
            <a:r>
              <a:rPr sz="3600" b="1">
                <a:solidFill>
                  <a:srgbClr val="DAB44B"/>
                </a:solidFill>
                <a:latin typeface="Roboto"/>
                <a:cs typeface="Roboto"/>
                <a:ea typeface="Roboto"/>
              </a:rPr>
              <a:t>Sectoral Impact and Emerging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Healthcare AI solutions improving diagnostics, reaching rural populations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Agricultural AI optimizes crop yields, mitigating climate change risks efficiently.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FinTech leverages AI for fraud detection and personalized banking services.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Generative AI adoption accelerating across media and creative industries.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Ethical AI frameworks gaining prominence for responsible technology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Roboto"/>
              </a:defRPr>
            </a:pPr>
            <a:r>
              <a:rPr sz="3600" b="1">
                <a:solidFill>
                  <a:srgbClr val="DAB44B"/>
                </a:solidFill>
                <a:latin typeface="Roboto"/>
                <a:cs typeface="Roboto"/>
                <a:ea typeface="Roboto"/>
              </a:rPr>
              <a:t>Key Metrics and 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India ranks among top 10 countries for AI skill penetration.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Aarogya Setu app used AI for contact tracing, demonstrating massive scalability.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Over 1,000 AI startups founded in India during the last five years.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Government committed $1.4 billion to AI infrastructure and research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Banking sector reduced fraudulent transactions by 20% through AI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9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DAB44B"/>
                </a:solidFill>
                <a:latin typeface="Roboto"/>
              </a:defRPr>
            </a:pPr>
            <a:r>
              <a:rPr sz="3600" b="1">
                <a:solidFill>
                  <a:srgbClr val="DAB44B"/>
                </a:solidFill>
                <a:latin typeface="Roboto"/>
                <a:cs typeface="Roboto"/>
                <a:ea typeface="Roboto"/>
              </a:rPr>
              <a:t>Future Outlook and Strategic Imperatives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Prioritize research and development in frontier AI technologies.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Invest further in AI talent development and crucial upskilling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Foster global collaborations for shared AI innovation and standards.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Develop robust data governance and strong privacy protection frameworks.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1E1E1"/>
                </a:solidFill>
                <a:latin typeface="Palatino Linotype"/>
              </a:defRPr>
            </a:pPr>
            <a:r>
              <a:rPr sz="1600" b="1">
                <a:solidFill>
                  <a:srgbClr val="E1E1E1"/>
                </a:solidFill>
                <a:latin typeface="Palatino Linotype"/>
                <a:cs typeface="Palatino Linotype"/>
                <a:ea typeface="Palatino Linotype"/>
              </a:rPr>
              <a:t>• Expand AI adoption to boost productivity across all industrial sectors.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