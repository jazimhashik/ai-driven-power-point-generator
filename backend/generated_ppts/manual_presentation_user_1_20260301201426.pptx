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Ubuntu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font1.fntdata"/><Relationship Id="rId11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Palatino Linotype"/>
              </a:defRPr>
            </a:pPr>
            <a:r>
              <a:rPr sz="3600" b="1">
                <a:solidFill>
                  <a:srgbClr val="78B4FF"/>
                </a:solidFill>
                <a:latin typeface="Palatino Linotype"/>
                <a:cs typeface="Palatino Linotype"/>
                <a:ea typeface="Palatino Linotype"/>
              </a:rPr>
              <a:t>Presentation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BFF"/>
                </a:solidFill>
                <a:latin typeface="Ubuntu"/>
              </a:defRPr>
            </a:pPr>
            <a:r>
              <a:rPr sz="22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dangers beyond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Palatino Linotype"/>
              </a:defRPr>
            </a:pPr>
            <a:r>
              <a:rPr sz="3600" b="1">
                <a:solidFill>
                  <a:srgbClr val="78B4FF"/>
                </a:solidFill>
                <a:latin typeface="Palatino Linotype"/>
                <a:cs typeface="Palatino Linotype"/>
                <a:ea typeface="Palatino Linotype"/>
              </a:rPr>
              <a:t>cybercrime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Palatino Linotype"/>
              </a:defRPr>
            </a:pPr>
            <a:r>
              <a:rPr sz="3600" b="1">
                <a:solidFill>
                  <a:srgbClr val="78B4FF"/>
                </a:solidFill>
                <a:latin typeface="Palatino Linotype"/>
                <a:cs typeface="Palatino Linotype"/>
                <a:ea typeface="Palatino Linotype"/>
              </a:rPr>
              <a:t>Cybercrime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danger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many examlples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1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2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BFF"/>
                </a:solidFill>
                <a:latin typeface="Ubuntu"/>
              </a:defRPr>
            </a:pPr>
            <a:r>
              <a:rPr sz="1600" b="1">
                <a:solidFill>
                  <a:srgbClr val="DCEBFF"/>
                </a:solidFill>
                <a:latin typeface="Ubuntu"/>
                <a:cs typeface="Ubuntu"/>
                <a:ea typeface="Ubuntu"/>
              </a:rPr>
              <a:t>•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alatino Linoty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buntu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