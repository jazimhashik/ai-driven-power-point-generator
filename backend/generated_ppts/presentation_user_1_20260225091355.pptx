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Roboto"/>
              </a:defRPr>
            </a:pPr>
            <a:r>
              <a:t>cybercrime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Roboto"/>
              </a:defRPr>
            </a:pPr>
            <a:r>
              <a:t>Key Cybercrime Typologies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Phishing and Spoofing remain prevalent, with cybercriminals using deceptive 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Ransomware attacks are increasingly sophisticated, crippling organizations by...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Data breaches frequently compromise sensitive personal information and corpor...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Financial fraud, including ATM card skimming, UPI fraud, and loan scams, acco...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Cyber Espionage and State-Sponsored Attacks target government entities and cr...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Social Engineering tactics manipulate employees into divulging confidential i...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Roboto"/>
              </a:defRPr>
            </a:pPr>
            <a:r>
              <a:t>Economic and Societal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Financial losses for businesses are significant, stemming from direct theft,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Erosion of public trust in digital platforms and services can hinder digital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Critical infrastructure, including power grids, telecommunications, and finan...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Reputational damage from cyber incidents can have long-term consequences for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Data privacy violations lead to significant compliance challenges under new r...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Increased insurance premiums and investment in cybersecurity solutions add to...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Roboto"/>
              </a:defRPr>
            </a:pPr>
            <a:r>
              <a:t>Regulatory Framework and Enforcement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The Information Technology Act, 2000 (IT Act) is the primary legislation gove...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CERT-In (Indian Computer Emergency Response Team) serves as the national agen...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The recently enacted Digital Personal Data Protection Act (DPDP Act) aims to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Challenges persist in cross-border investigations and extradition due to comp...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Law enforcement agencies face resource constraints, including insufficient sp...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Judicial backlogs and limited technical expertise within the legal system oft...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Roboto"/>
              </a:defRPr>
            </a:pPr>
            <a:r>
              <a:t>Mitigation Strategies and 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Implementing multi-factor authentication (MFA) and robust Endpoint Detection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Regular employee training and comprehensive awareness programs are vital to m...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Strengthening public-private partnerships fosters intelligence sharing and co...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Investing in advanced cyber-resilience technologies like AI-driven threat det...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Enhancing the legal and judicial frameworks, alongside building specialized c...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Roboto"/>
              </a:defRPr>
            </a:pPr>
            <a:r>
              <a:t>Promoting a national culture of cyber hygiene and digital literacy is fundame...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