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Sectors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Healthcare benefits immensely from AI, improving diagnostics, personalized tr...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Financial services use AI for fraud detection, risk assessment, and personali...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Agriculture uses AI for crop yield prediction, pest detection, and soil analy...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Smart city projects integrate AI for traffic management, waste optimization,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Education sectors are adopting AI for personalized learning platforms and adm...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Government Initiatives and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National AI Strategy emphasizes responsible AI development across critica...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NITI Aayog leads policy formulation, promoting research, ethical guidelines,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Digital India initiatives provide foundational digital infrastructure crucial...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actively promotes AI skill development through programs, creating a fut...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Public-private partnerships are encouraged to accelerate AI adoption and fost...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Challenges and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Data privacy and security remain critical concerns, requiring robust framewor...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Skill gaps in advanced AI research and development necessitate continuous inv...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Ensuring equitable access to AI technologies across rural and urban areas is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Opportunities exist for localized AI solutions addressing unique Indian chall...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Collaboration with global AI leaders offers opportunities for technology tran...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Future Outlook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is poised to become a global hub for AI research and innovation, attrac...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AI is expected to create millions of new jobs, while reskilling the workforce...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Economic growth will be significantly boosted by AI integration, enhancing pr...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India's focus on ethical and inclusive AI development sets a precedent for re...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AI will profoundly impact social welfare, improving public services and addre...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