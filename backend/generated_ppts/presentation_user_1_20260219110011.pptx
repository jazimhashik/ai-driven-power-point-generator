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Poppins"/>
              </a:defRPr>
            </a:pPr>
            <a:r>
              <a:t>ai in indian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AI's Transformative Sector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Healthcare: AI diagnostics like Niramai improve early detection rates for diseases, enhancing accessibility and affordability.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Agriculture: Precision farming solutions (e.g., SatSure) optimize crop yield, reduce waste, and mitigate climate risks.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Finance: AI powers fraud detection, personalized banking services, and credit scoring for underserved populations, expanding financial inclusion.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Manufacturing: Predictive maintenance and supply chain optimization leverage AI to enhance operational efficiency and global competitiveness.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Education: Personalized learning platforms and AI-driven skill development programs are bridging the workforce's future skill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Driving India's Economic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PwC estimates AI could add $957 billion to India's GDP by 2035, signifying substantial long-term value creation.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Creates new high-value jobs in AI development, data science, and related fields, stimulating economic dynamism.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Enhances global competitiveness by optimizing production, improving service delivery, and fostering product innovation.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Improves public service delivery through smart city initiatives and e-governance platforms, boosting citizen welfare.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Attracts significant Foreign Direct Investment (FDI) into India's burgeoning AI research and development landscape.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Navigating AI Adoption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Data privacy and security: Robust regulatory frameworks (e.g., Digital Personal Data Protection Act) are vital for trust and adoption.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Skill gap: Urgent need for large-scale upskilling and reskilling initiatives in AI/ML to meet industry demand.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Infrastructure limitations: Expanding access to reliable internet and cloud computing is critical for widespread AI deployment.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Ethical AI deployment: Addressing algorithmic bias, fairness, and transparency is paramount for responsible innovation.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Funding and R&amp;D investment: Increased public and private sector collaboration is essential to accelerate AI research and product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India's AI Strategic Imperatives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National AI strategy: A clear government roadmap (e.g., NITI Aayog's ‘AI for All’) is crucial for coordinated development and investment.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Foster innovation ecosystem: Support startups, incubators, and academic-industry partnerships through targeted incentives.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Prioritize ethical AI frameworks: Develop clear guidelines and governance structures for responsible, inclusive, and trustworthy AI.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Invest in digital infrastructure: Upgrade and expand robust data infrastructure and secure cloud services for scalable AI applications.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Promote public awareness and digital literacy: Educate citizens on AI's benefits and societal impact to ensure broad-based acceptance.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