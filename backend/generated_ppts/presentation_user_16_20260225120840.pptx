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types of cybercrimes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Key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Core principles and fundamentals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Current trends and developments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Best practices and recommendations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Challenges and opportunities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rPr>
                <a:latin typeface="Inter"/>
              </a:rPr>
              <a:t>Next steps and action items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