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B4DC"/>
                </a:solidFill>
                <a:latin typeface="Arial"/>
              </a:defRPr>
            </a:pPr>
            <a:r>
              <a:t>The Iconic Duo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Cat and Mouse Antics</a:t>
            </a:r>
          </a:p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Classic Cartoon Chase</a:t>
            </a:r>
          </a:p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Enduring Slapstick Comedy</a:t>
            </a:r>
          </a:p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Timeless Laughter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B4DC"/>
                </a:solidFill>
                <a:latin typeface="Arial"/>
              </a:defRPr>
            </a:pPr>
            <a:r>
              <a:t>Tom: The Determined Cat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Blue and White Feline</a:t>
            </a:r>
          </a:p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Ever-Scheming Hunter</a:t>
            </a:r>
          </a:p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Elaborate Trap Builder</a:t>
            </a:r>
          </a:p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Often Foiled by Jerry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B4DC"/>
                </a:solidFill>
                <a:latin typeface="Arial"/>
              </a:defRPr>
            </a:pPr>
            <a:r>
              <a:t>Jerry: The Clever Mouse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Small Brown Rodent</a:t>
            </a:r>
          </a:p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Resourceful and Agile</a:t>
            </a:r>
          </a:p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Quick-Thinking Escapes</a:t>
            </a:r>
          </a:p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Always Finds a Way 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B4DC"/>
                </a:solidFill>
                <a:latin typeface="Arial"/>
              </a:defRPr>
            </a:pPr>
            <a:r>
              <a:t>Signature Gags and Tropes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Explosive Reactions</a:t>
            </a:r>
          </a:p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Flattened Characters</a:t>
            </a:r>
          </a:p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Musical Mayhem</a:t>
            </a:r>
          </a:p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Unbreakable Friendship (sometimes)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B4DC"/>
                </a:solidFill>
                <a:latin typeface="Arial"/>
              </a:defRPr>
            </a:pPr>
            <a:r>
              <a:t>A Legacy of Fun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Multiple Oscar Winner</a:t>
            </a:r>
          </a:p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Global Animation Icon</a:t>
            </a:r>
          </a:p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Beloved by Generations</a:t>
            </a:r>
          </a:p>
          <a:p>
            <a:pPr lvl="1">
              <a:defRPr sz="1800">
                <a:solidFill>
                  <a:srgbClr val="DCB4E6"/>
                </a:solidFill>
                <a:latin typeface="Arial"/>
              </a:defRPr>
            </a:pPr>
            <a:r>
              <a:t>* Pure Cartoon Gold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