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Open Sans"/>
              </a:defRPr>
            </a:pPr>
            <a: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Open Sans"/>
              </a:defRPr>
            </a:pPr>
            <a:r>
              <a:t>AI Transforming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In healthcare, AI is enhancing diagnostics, personalizing treatment plans, and streamlining administrative tasks, significantly improving patient 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Open Sans"/>
              </a:defRPr>
            </a:pPr>
            <a:r>
              <a:t>Nurturing AI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The "National Strategy for Artificial Intelligence" (NITI Aayog) outlines a comprehensive roadmap, focusing on research, responsible AI, and sector...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Open Sans"/>
              </a:defRPr>
            </a:pPr>
            <a:r>
              <a:t>Navigating AI's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privacy and security are paramount concerns, requiring robust regulatory frameworks and secure infrastructure to protect sensitive information...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Open Sans"/>
              </a:defRPr>
            </a:pPr>
            <a:r>
              <a:t>India's AI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AI is poised to significantly boost India's GDP, driving economic growth through increased productivity, new industries, and job creation across se...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