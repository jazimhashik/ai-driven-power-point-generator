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embeddedFontLst>
    <p:embeddedFont>
      <p:font typeface="Tahoma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F3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alatino Linotype"/>
              </a:defRPr>
            </a:pPr>
            <a:r>
              <a:rPr sz="3600" b="1">
                <a:solidFill>
                  <a:srgbClr val="FFC3E6"/>
                </a:solidFill>
                <a:latin typeface="Palatino Linotype"/>
                <a:cs typeface="Palatino Linotype"/>
                <a:ea typeface="Palatino Linotype"/>
              </a:rPr>
              <a:t>ai in india 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BC3F5"/>
                </a:solidFill>
                <a:latin typeface="Tahoma"/>
              </a:defRPr>
            </a:pPr>
            <a:r>
              <a:rPr sz="2200" b="1">
                <a:solidFill>
                  <a:srgbClr val="EBC3F5"/>
                </a:solidFill>
                <a:latin typeface="Tahoma"/>
                <a:cs typeface="Tahoma"/>
                <a:ea typeface="Tahoma"/>
              </a:rPr>
              <a:t>AI developing inida sub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alatino Linotype"/>
              </a:defRPr>
            </a:pPr>
            <a:r>
              <a:rPr sz="3600" b="1">
                <a:solidFill>
                  <a:srgbClr val="FFC3E6"/>
                </a:solidFill>
                <a:latin typeface="Palatino Linotype"/>
                <a:cs typeface="Palatino Linotype"/>
                <a:ea typeface="Palatino Linotype"/>
              </a:rPr>
              <a:t>Slide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Tahoma"/>
              </a:defRPr>
            </a:pPr>
            <a:r>
              <a:rPr sz="1600" b="1">
                <a:solidFill>
                  <a:srgbClr val="EBC3F5"/>
                </a:solidFill>
                <a:latin typeface="Tahoma"/>
                <a:cs typeface="Tahoma"/>
                <a:ea typeface="Tahoma"/>
              </a:rPr>
              <a:t>• abc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Tahoma"/>
              </a:defRPr>
            </a:pPr>
            <a:r>
              <a:rPr sz="1600" b="1">
                <a:solidFill>
                  <a:srgbClr val="EBC3F5"/>
                </a:solidFill>
                <a:latin typeface="Tahoma"/>
                <a:cs typeface="Tahoma"/>
                <a:ea typeface="Tahoma"/>
              </a:rPr>
              <a:t>• slide 2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Tahoma"/>
              </a:defRPr>
            </a:pPr>
            <a:r>
              <a:rPr sz="1600" b="1">
                <a:solidFill>
                  <a:srgbClr val="EBC3F5"/>
                </a:solidFill>
                <a:latin typeface="Tahoma"/>
                <a:cs typeface="Tahoma"/>
                <a:ea typeface="Tahoma"/>
              </a:rPr>
              <a:t>• becomeing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Tahoma"/>
              </a:defRPr>
            </a:pPr>
            <a:r>
              <a:rPr sz="1600" b="1">
                <a:solidFill>
                  <a:srgbClr val="EBC3F5"/>
                </a:solidFill>
                <a:latin typeface="Tahoma"/>
                <a:cs typeface="Tahoma"/>
                <a:ea typeface="Tahoma"/>
              </a:rPr>
              <a:t>• india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Tahoma"/>
              </a:defRPr>
            </a:pPr>
            <a:r>
              <a:rPr sz="1600" b="1">
                <a:solidFill>
                  <a:srgbClr val="EBC3F5"/>
                </a:solidFill>
                <a:latin typeface="Tahoma"/>
                <a:cs typeface="Tahoma"/>
                <a:ea typeface="Tahoma"/>
              </a:rPr>
              <a:t>• as the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alatino Linoty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