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cooking as a passion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Rising Global Culinary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Home cooking surged 25% post-pandemic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Benefits of Passionate Culinary Pursuit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Boosts creativity and problem-solving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Investing in Culinary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Average enthusiast spends $1500 annually on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Cultivating and Sustaining Culinary Passion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11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Explore new techniques and international flavors.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