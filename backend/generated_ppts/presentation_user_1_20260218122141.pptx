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B496"/>
                </a:solidFill>
                <a:latin typeface="DM Sans"/>
              </a:defRPr>
            </a:pPr>
            <a:r>
              <a:t>Chalakudy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B496"/>
                </a:solidFill>
                <a:latin typeface="DM Sans"/>
              </a:defRPr>
            </a:pPr>
            <a:r>
              <a:t>Future Growth: Opportunities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C8"/>
                </a:solidFill>
                <a:latin typeface="Inter"/>
              </a:defRPr>
            </a:pPr>
            <a:r>
              <a:t>Eco-Tourism Expansion: Develop sustainable circuits beyond waterfalls, leveraging unique biodiversity for new experiences.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C8"/>
                </a:solidFill>
                <a:latin typeface="Inter"/>
              </a:defRPr>
            </a:pPr>
            <a:r>
              <a:t>Logistics Hub Potential: Strategic location positions Chalakudy for warehousing and distribution centers, reducing operational costs.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C8"/>
                </a:solidFill>
                <a:latin typeface="Inter"/>
              </a:defRPr>
            </a:pPr>
            <a:r>
              <a:t>Skill Development Programs: Implement industry-academia partnerships to align local talent with emerging economic needs.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C8"/>
                </a:solidFill>
                <a:latin typeface="Inter"/>
              </a:defRPr>
            </a:pPr>
            <a:r>
              <a:t>Infrastructure Upgrades: Prioritize road network improvements and digital connectivity for enhanced business efficiency.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C8"/>
                </a:solidFill>
                <a:latin typeface="Inter"/>
              </a:defRPr>
            </a:pPr>
            <a:r>
              <a:t>Sustainable Urban Planning: Integrate green initiatives and smart city concepts for long-term environmental and social well-being.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