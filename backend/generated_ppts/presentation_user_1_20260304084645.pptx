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embeddedFontLst>
    <p:embeddedFont>
      <p:font typeface="Poppins" charset="0"/>
      <p:regular r:id="rId13"/>
      <p:bold r:id="rId14"/>
      <p:italic r:id="rId15"/>
    </p:embeddedFont>
    <p:embeddedFont>
      <p:font typeface="Verdana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Healthcare in India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AFF"/>
                </a:solidFill>
                <a:latin typeface="Poppins"/>
              </a:defRPr>
            </a:pPr>
            <a:r>
              <a:rPr sz="22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Healthcare in India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Key Healthcare Challenges Unveiled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Public healthcare spending remains low, at 1.28% of GDP.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Critical shortage of doctors and nurses, especially in rural areas.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Infrastructure gaps limit access to advanced medical facilities.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High out-of-pocket expenditure burdens over 60% of population.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Non-communicable diseases are rising, adding to disease burden.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Driving Healthcare Transformation Efforts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Ayushman Bharat scheme provides health coverage to 500 million.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Private sector contributes over 80% of outpatient care services.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"Heal in India" initiative promotes medical tourism globally, boosting revenue.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Public-private partnerships crucial for expanding healthcare infrastructure reach.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Digital Health Mission digitizes patient records, streamlines services nationally.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Tech-Driven Healthcare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Telemedicine expanding access for remote populations rapidly.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AI and ML improving diagnostics and personalized treatment plans effectively.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Medical device manufacturing sector poised for significant growth.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Health-tech startups attracting substantial investments ($2.1B in 2021).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Wearable technology empowering proactive patient health management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Strategic Path Forward for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Increase public health spending to 2.5% of GDP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Invest heavily in training skilled healthcare professionals nationwide.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Strengthen primary healthcare infrastructure, especially in rural zones.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Leverage digital health for universal access and efficiency gains.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CEAFF"/>
                </a:solidFill>
                <a:latin typeface="Poppins"/>
              </a:defRPr>
            </a:pPr>
            <a:r>
              <a:rPr sz="16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• Foster innovation and R&amp;D for affordable, accessible medical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48D1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1031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8B4FF"/>
                </a:solidFill>
                <a:latin typeface="Verdana"/>
              </a:defRPr>
            </a:pPr>
            <a:r>
              <a:rPr sz="3600" b="1">
                <a:solidFill>
                  <a:srgbClr val="78B4FF"/>
                </a:solidFill>
                <a:latin typeface="Verdana"/>
                <a:cs typeface="Verdana"/>
                <a:ea typeface="Verdana"/>
              </a:rPr>
              <a:t>Thank You!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93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EAFF"/>
                </a:solidFill>
                <a:latin typeface="Poppins"/>
              </a:defRPr>
            </a:pPr>
            <a:r>
              <a:rPr sz="2200" b="1">
                <a:solidFill>
                  <a:srgbClr val="DCEAFF"/>
                </a:solidFill>
                <a:latin typeface="Poppins"/>
                <a:cs typeface="Poppins"/>
                <a:ea typeface="Poppins"/>
              </a:rPr>
              <a:t>We appreciate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