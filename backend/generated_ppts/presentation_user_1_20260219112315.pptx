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AB4FF"/>
                </a:solidFill>
                <a:latin typeface="Poppins"/>
              </a:defRPr>
            </a:pPr>
            <a:r>
              <a:t>ai in indian economy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Poppins"/>
              </a:defRPr>
            </a:pPr>
            <a:r>
              <a:t>Sectoral Growth and Disruption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Poppins"/>
              </a:defRPr>
            </a:pPr>
            <a:r>
              <a:t>Healthcare: AI-powered diagnostics and personalized medicine reduce costs and improve patient outcomes, notably in rural accessibility.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Poppins"/>
              </a:defRPr>
            </a:pPr>
            <a:r>
              <a:t>Agriculture: Precision farming, predictive analytics, and supply chain optimization enhance crop yields and farmer income significantly.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Poppins"/>
              </a:defRPr>
            </a:pPr>
            <a:r>
              <a:t>Manufacturing: AI-driven automation and predictive maintenance boost operational efficiency and reduce downtime, improving competitiveness.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Poppins"/>
              </a:defRPr>
            </a:pPr>
            <a:r>
              <a:t>Finance: AI enables robust fraud detection, personalized banking services, and sophisticated risk assessment, bolstering financial stability.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Poppins"/>
              </a:defRPr>
            </a:pPr>
            <a:r>
              <a:t>Retail: Customer experience is revolutionized through AI-driven personalization, inventory optimization, and efficient logistics management.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Poppins"/>
              </a:defRPr>
            </a:pPr>
            <a:r>
              <a:t>Workforce Transformation and Upskilling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Poppins"/>
              </a:defRPr>
            </a:pPr>
            <a:r>
              <a:t>AI is projected to create more jobs than it displaces in the long term, demanding a strategic focus on new skill development.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Poppins"/>
              </a:defRPr>
            </a:pPr>
            <a:r>
              <a:t>Reskilling initiatives in data science, AI engineering, and ethical AI are vital to prepare India's 600M+ workforce for future roles.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Poppins"/>
              </a:defRPr>
            </a:pPr>
            <a:r>
              <a:t>Government programs, like NASSCOM's FutureSkills Prime, are actively bridging the skill gap to meet industry demands.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Poppins"/>
              </a:defRPr>
            </a:pPr>
            <a:r>
              <a:t>Academia-industry collaborations are essential to align educational curricula with the evolving needs of the AI-driven economy.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Poppins"/>
              </a:defRPr>
            </a:pPr>
            <a:r>
              <a:t>Fostering a culture of continuous learning and adaptability will ensure India's demographic dividend becomes an AI advantage.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Poppins"/>
              </a:defRPr>
            </a:pPr>
            <a:r>
              <a:t>Policy, Ethics, and Infrastructure Pillars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Poppins"/>
              </a:defRPr>
            </a:pPr>
            <a:r>
              <a:t>Robust AI policy frameworks, including data governance and privacy laws (e.g., Digital Personal Data Protection Act), are critical for trust and adoption.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Poppins"/>
              </a:defRPr>
            </a:pPr>
            <a:r>
              <a:t>Ethical AI development addressing bias, fairness, and transparency is paramount to ensure equitable and responsible deployment.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Poppins"/>
              </a:defRPr>
            </a:pPr>
            <a:r>
              <a:t>Significant investment in digital infrastructure - 5G, cloud computing, and data centers - forms the backbone for pervasive AI integration.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Poppins"/>
              </a:defRPr>
            </a:pPr>
            <a:r>
              <a:t>Establishing AI research hubs and innovation ecosystems attracts talent and fosters cutting-edge technological advancements.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Poppins"/>
              </a:defRPr>
            </a:pPr>
            <a:r>
              <a:t>Public-private partnerships are crucial for large-scale AI project implementation and technology transfer to accelerate adoption.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Poppins"/>
              </a:defRPr>
            </a:pPr>
            <a:r>
              <a:t>Future Outlook: Strategic Imperatives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Poppins"/>
              </a:defRPr>
            </a:pPr>
            <a:r>
              <a:t>Position India as a global leader in AI innovation and research, leveraging its scientific and engineering talent.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Poppins"/>
              </a:defRPr>
            </a:pPr>
            <a:r>
              <a:t>Attract greater foreign direct investment into India's burgeoning AI startup ecosystem and established tech companies.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Poppins"/>
              </a:defRPr>
            </a:pPr>
            <a:r>
              <a:t>Prioritize the development of 'AI for Good' applications addressing societal challenges like poverty, education, and climate change.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Poppins"/>
              </a:defRPr>
            </a:pPr>
            <a:r>
              <a:t>Foster international collaborations to share knowledge, best practices, and accelerate AI development responsibly.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Poppins"/>
              </a:defRPr>
            </a:pPr>
            <a:r>
              <a:t>Implement agile regulatory frameworks that promote innovation while safeguarding privacy and ethical standards for sustained growth.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