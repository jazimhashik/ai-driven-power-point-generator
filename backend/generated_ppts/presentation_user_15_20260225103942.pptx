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Common Cybercrime Vectors and Tactics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Phishing and social engineering tactics manipulate individuals into revealing...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Malware, including ransomware, is malicious software designed to damage, disa...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Distributed Denial of Service (DDoS) attacks overwhelm target servers with a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Insider threats involve malicious or negligent actions by current or former 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Supply chain attacks exploit vulnerabilities within trusted third-party vendo...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Zero-day exploits leverage newly discovered software vulnerabilities before d...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Business Impact and Financial Consequences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Direct financial losses encompass funds stolen through fraud, costs of ransom...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Operational disruption results from system downtime, service outages, and com...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Reputational damage due to data breaches erodes customer trust and brand cred...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Regulatory fines and penalties are imposed on organizations failing to comply...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Data breach costs include expenses for forensic investigations, mandatory cus...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Intellectual property theft can result in the loss of competitive advantage, 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Essential Cybercrime Prevention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Implementing robust security frameworks ensures a layered defense approach, 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Regular employee training programs are crucial for educating staff on identif...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Multi-Factor Authentication (MFA) adds an essential layer of security by requ...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Consistently applying regular software updates and security patches mitigates...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Developing a comprehensive incident response plan ensures a clear strategy fo...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Implementing robust data backup and recovery solutions is critical for busine...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The Future of Cybercrime and Proactive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AI-powered attacks are emerging, utilizing artificial intelligence and machin...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Quantum computing poses a potential future threat to current encryption stand...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Geopolitical cyber warfare involves state-sponsored actors conducting cyberat...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Advanced Persistent Threats (APTs) are long-term, targeted attacks requiring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Collaborative threat intelligence sharing among organizations, industries, an...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Adopting a Zero Trust Architecture (ZTA) implements a "never trust, always ve...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