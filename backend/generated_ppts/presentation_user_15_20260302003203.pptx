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embeddedFontLst>
    <p:embeddedFont>
      <p:font typeface="Barlow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Barlow"/>
              </a:defRPr>
            </a:pPr>
            <a:r>
              <a:rPr sz="3600" b="1">
                <a:solidFill>
                  <a:srgbClr val="A0F5A0"/>
                </a:solidFill>
                <a:latin typeface="Barlow"/>
                <a:cs typeface="Barlow"/>
                <a:ea typeface="Barlow"/>
              </a:rPr>
              <a:t>ai in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Barlow"/>
              </a:defRPr>
            </a:pPr>
            <a:r>
              <a:rPr sz="22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Barlow"/>
              </a:defRPr>
            </a:pPr>
            <a:r>
              <a:rPr sz="3600" b="1">
                <a:solidFill>
                  <a:srgbClr val="A0F5A0"/>
                </a:solidFill>
                <a:latin typeface="Barlow"/>
                <a:cs typeface="Barlow"/>
                <a:ea typeface="Barlow"/>
              </a:rPr>
              <a:t>Foundations of India's AI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Government initiatives, notably the National Strategy for AI (NITI Aayog, 2018), prioritize research, talent development, and ethical guidelines. The budget allocated over ₹7,00...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India boasts the third-largest global talent pool in AI and data science, with over 400,000 professionals. Academic institutions are increasingly offering specialized courses, p...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A vibrant startup ecosystem, with over 3,000 AI-focused startups, attracted $4.8 billion in funding in 2022, a 2.5x increase from 2020. These startups innovate solutions in conv...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Growing domestic market adoption sees industries investing heavily in AI to enhance operational efficiency. For instance, financial services leverage AI for credit scoring, redu...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Significant investments in AI infrastructure, including supercomputing facilities like Param Siddhi-AI (ranked among top 100 globally) and large-scale data centers, empower adva...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Barlow"/>
              </a:defRPr>
            </a:pPr>
            <a:r>
              <a:rPr sz="3600" b="1">
                <a:solidFill>
                  <a:srgbClr val="A0F5A0"/>
                </a:solidFill>
                <a:latin typeface="Barlow"/>
                <a:cs typeface="Barlow"/>
                <a:ea typeface="Barlow"/>
              </a:rPr>
              <a:t>Drivers and Challenges in India's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Primary growth drivers include rapidly increasing digital penetration (over 800 million internet users) and widespread smartphone adoption, generating a massive volume of data c...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Significant challenges persist, notably data privacy concerns and the need for regulatory clarity. The proposed Digital Personal Data Protection Bill (2023) aims to establish a 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A critical skill gap remains, particularly in advanced AI research, ethical AI development, and specialized engineering roles. Government-academia partnerships aim to upskill 1 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Infrastructure disparity, especially in rural areas, limits widespread AI adoption. Government programs like BharatNet, aiming to provide high-speed internet to 250,000 gram pan...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Ethical AI development and deployment are paramount, requiring robust frameworks to prevent bias, ensure transparency, and establish clear accountability. This is especially vit...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Barlow"/>
              </a:defRPr>
            </a:pPr>
            <a:r>
              <a:rPr sz="3600" b="1">
                <a:solidFill>
                  <a:srgbClr val="A0F5A0"/>
                </a:solidFill>
                <a:latin typeface="Barlow"/>
                <a:cs typeface="Barlow"/>
                <a:ea typeface="Barlow"/>
              </a:rPr>
              <a:t>Impact and Investment in Indian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The Indian AI market is projected to reach $14 billion by 2027, growing at a robust CAGR of 25-30%. This significant growth is fueled by increasing enterprise adoption across va...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Healthcare AI: Niramai, an Indian startup, developed an AI-powered thermal imaging solution for early breast cancer detection, screening over 200,000 women across 15+ countries,...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Fintech AI: Major Indian banks like HDFC Bank utilize AI for real-time fraud detection, processing 10 million transactions daily with 99.8% accuracy. This has reduced fraudulent...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Agritech AI: Startups like Cropin leverage AI and satellite imagery to provide predictive analytics for farmers, assisting over 3 million farmers across 92 countries in optimizi...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AI research and patent filing saw a 40% increase between 2018-2022, placing India among the top five nations globally. This surge reflects a burgeoning innovation ecosystem and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Barlow"/>
              </a:defRPr>
            </a:pPr>
            <a:r>
              <a:rPr sz="3600" b="1">
                <a:solidFill>
                  <a:srgbClr val="A0F5A0"/>
                </a:solidFill>
                <a:latin typeface="Barlow"/>
                <a:cs typeface="Barlow"/>
                <a:ea typeface="Barlow"/>
              </a:rPr>
              <a:t>Future Strategy for India's AI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Prioritize public-private partnerships to co-develop cutting-edge AI technologies and address critical societal challenges, channeling joint investments into high-impact researc...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Establish a robust regulatory sandbox for AI innovations, allowing controlled testing and deployment of emerging AI applications. This fosters rapid iteration while ensuring eth...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Invest strategically in advanced AI talent development through specialized university programs and industry-led reskilling initiatives. Focus on niche areas like AI ethics, MLOp...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Foster an inclusive AI ecosystem by promoting localized AI solutions for regional languages and diverse socioeconomic contexts. Leverage government platforms like IndiaStack to 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Barlow"/>
              </a:defRPr>
            </a:pPr>
            <a:r>
              <a:rPr sz="16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• Position India as a global leader in ethical and responsible AI development, actively collaborating with international bodies to shape global AI governance frameworks. This appr...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Barlow"/>
              </a:defRPr>
            </a:pPr>
            <a:r>
              <a:rPr sz="3600" b="1">
                <a:solidFill>
                  <a:srgbClr val="A0F5A0"/>
                </a:solidFill>
                <a:latin typeface="Barlow"/>
                <a:cs typeface="Barlow"/>
                <a:ea typeface="Barlow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Barlow"/>
              </a:defRPr>
            </a:pPr>
            <a:r>
              <a:rPr sz="2200" b="1">
                <a:solidFill>
                  <a:srgbClr val="D2FFC8"/>
                </a:solidFill>
                <a:latin typeface="Barlow"/>
                <a:cs typeface="Barlow"/>
                <a:ea typeface="Barlow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