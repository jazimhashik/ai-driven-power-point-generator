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 of Global Warming: Defining the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Global warming refers specifically to the long-term heating of Earth's climate system observed since the pre-industrial period (between 1850 and 1900) due primarily to human activities.</a:t>
            </a:r>
          </a:p>
          <a:p>
            <a:r>
              <a:t>The Greenhouse Effect: It is caused by increased concentrations of atmospheric greenhouse gases (like Carbon Dioxide and Methane) which trap heat radiating from the Earth's surface.</a:t>
            </a:r>
          </a:p>
          <a:p>
            <a:r>
              <a:t>Scientific Consensus: Over 97% of actively publishing climate scientists agree that climate-warming trends over the past century are extremely likely due to human activities.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Drivers and Sources of Emissions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Fossil Fuel Combustion: The burning of coal, oil, and natural gas for electricity, heat, and transportation is the largest single contributor to CO2 emissions globally.</a:t>
            </a:r>
          </a:p>
          <a:p>
            <a:r>
              <a:t>Deforestation and Land Use Change: Forests act as critical 'carbon sinks,' and their destruction releases stored carbon back into the atmosphere while simultaneously reducing the planet's ability to absorb future emissions.</a:t>
            </a:r>
          </a:p>
          <a:p>
            <a:r>
              <a:t>Industrial Processes and Agriculture: Activities like cement production, chemical manufacturing, and livestock farming (producing significant methane gas) are major non-energy related contributors to the overall greenhouse gas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Observable Impacts on Climate and Ecosystems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Rising Global Temperatures: Data shows a continuous, accelerating increase in the average surface temperature of the planet, leading to record-breaking heatwaves and altered seasonal patterns.</a:t>
            </a:r>
          </a:p>
          <a:p>
            <a:r>
              <a:t>Melting Ice and Sea Level Rise: Glaciers, ice sheets (Greenland and Antarctica), and Arctic sea ice are melting rapidly, directly contributing to measurable, accelerating increases in global sea levels.</a:t>
            </a:r>
          </a:p>
          <a:p>
            <a:r>
              <a:t>Extreme Weather Events: Climate change intensifies the hydrological cycle, resulting in more frequent and severe droughts, intense rainfall, stronger hurricanes/typhoons, and devastating wildfires.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Socio-Economic Consequences and Human Health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Displacement and Migration: Rising sea levels and increased desertification threaten coastal cities and arable land, forcing internal and international displacement of vulnerable populations.</a:t>
            </a:r>
          </a:p>
          <a:p>
            <a:r>
              <a:t>Food and Water Insecurity: Changes in temperature and rainfall patterns reduce crop yields in key agricultural regions, leading to food shortages and increased competition for fresh water resources.</a:t>
            </a:r>
          </a:p>
          <a:p>
            <a:r>
              <a:t>Public Health Crises: Warmer temperatures expand the geographic range of vector-borne diseases (like Malaria and Dengue fever) and contribute to heat-related illnesses and respiratory problems due to worsening air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 and 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Transition to Renewable Energy: Urgent investment and adoption of clean energy technologies, including solar, wind, and geothermal power, to drastically reduce reliance on carbon-intensive fuels.</a:t>
            </a:r>
          </a:p>
          <a:p>
            <a:r>
              <a:t>Carbon Capture and Sequestration: Developing and deploying technologies that remove CO2 directly from the atmosphere or capture it at the source of emissions (e.g., power plants) and store it permanently underground.</a:t>
            </a:r>
          </a:p>
          <a:p>
            <a:r>
              <a:t>International Cooperation and Policy: Establishing strong, legally binding global frameworks and national policies—such as carbon pricing, efficiency standards, and commitments like the Paris Agreement—to coordinate worldwide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