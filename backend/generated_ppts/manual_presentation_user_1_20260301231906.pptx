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Verdana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 Business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Times New Roman"/>
              </a:defRPr>
            </a:pPr>
            <a:r>
              <a:rPr sz="2200" b="1">
                <a:solidFill>
                  <a:srgbClr val="DCEBFF"/>
                </a:solidFill>
                <a:latin typeface="Times New Roman"/>
                <a:cs typeface="Times New Roman"/>
                <a:ea typeface="Times New Roman"/>
              </a:rPr>
              <a:t> Business analytics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