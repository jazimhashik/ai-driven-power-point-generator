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Key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Important details explained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Data and statistics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Steps to implement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Advantages and benefits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