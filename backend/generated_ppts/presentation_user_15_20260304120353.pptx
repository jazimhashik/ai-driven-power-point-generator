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Arial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Aliza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Market Landscape and Current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Fragmented analytics tools create data silos, hindering insights.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Existing platforms lack comprehensive AI-powered predictive capabilities at scale.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Clients demand unified dashboards for real-time operational visibility.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Competitors show 20% average churn due to usability issues.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Aliza addresses critical pain points in data integration and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Aliza's Early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Pilot programs achieved 30% faster report generation cycles.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User adoption reached 75% within the first two months.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Identified 15 unexpected cross-functional applications by power users.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Initial customer feedback shows 92% satisfaction with platform intuitiveness.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Realized 2.5X ROI for beta participants within six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Validated Performance and User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Data processing speed improved by 40% compared to legacy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Average client reduced operational overhead by $1.2M annually.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Over 5,000 unique dashboards created by users in Q1 2024.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Enterprise beta partners reported 98% data accuracy post-migration.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Enabled strategic decision-making in 85% of pilot company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Strategic Roadmap and Future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Integrate advanced machine learning models for deeper predictive analysis.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Expand Aliza's market presence across APAC region by Q4 2024.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Develop strategic alliances with major cloud infrastructure providers.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Target 50% revenue growth and 10,000 new users next fiscal year.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Establish dedicated Aliza innovation lab for continuous platform evolution.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