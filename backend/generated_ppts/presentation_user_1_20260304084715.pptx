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embeddedFontLst>
    <p:embeddedFont>
      <p:font typeface="Poppins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Healthcare in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E6FF"/>
                </a:solidFill>
                <a:latin typeface="Poppins"/>
              </a:defRPr>
            </a:pPr>
            <a:r>
              <a:rPr sz="22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Healthcare in India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Current State: Key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Significant infrastructure deficit persists, especially in rural regions.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Shortage of skilled healthcare professionals remains a critical concern.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High out-of-pocket expenditure burdens a large segment of the population.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Quality of care varies widely across different healthcare providers.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Increasing burden of both communicable and non-communicable diseases.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Emerging Trends and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Digital health solutions, including telemedicine, gaining widespread adoption.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Medical tourism sector demonstrates strong growth and revenue potential.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Private equity investments are fueling expansion in healthcare facilities.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Innovation in affordable diagnostics and pharmaceutical manufacturing continues.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Public-private partnerships are crucial for bridging healthcare gaps.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Data Insights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Out-of-pocket health expenditure constitutes 48.2% of total spending.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Ayushman Bharat covers 500 million beneficiaries for secondary, tertiary care.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Physician-to-patient ratio stands at 1:834, still below WHO standards.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Digital health market is projected to grow at 27.5% CAGR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India manufactures 60% of global vaccines, critical for global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Strategic Recommendations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Increase public health expenditure to 2.5% of GDP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Invest heavily in rural health infrastructure and primary care access.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Strengthen medical education and specialized skill development programs.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Implement robust regulatory frameworks for quality assurance and patient safety.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Leverage technology aggressively for improved access and efficient service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Thank You!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E6FF"/>
                </a:solidFill>
                <a:latin typeface="Poppins"/>
              </a:defRPr>
            </a:pPr>
            <a:r>
              <a:rPr sz="22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