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64FF"/>
                </a:solidFill>
                <a:latin typeface="Inter"/>
              </a:defRPr>
            </a:pPr>
            <a:r>
              <a:rPr sz="3600" b="1">
                <a:solidFill>
                  <a:srgbClr val="DC64FF"/>
                </a:solidFill>
                <a:latin typeface="Inter"/>
                <a:cs typeface="Inter"/>
                <a:ea typeface="Inter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Inter"/>
              </a:defRPr>
            </a:pPr>
            <a:r>
              <a:rPr sz="3600" b="1">
                <a:solidFill>
                  <a:srgbClr val="DC64FF"/>
                </a:solidFill>
                <a:latin typeface="Inter"/>
                <a:cs typeface="Inter"/>
                <a:ea typeface="Inter"/>
              </a:rPr>
              <a:t>Evolving Cyberattack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Phishing remains prevalent, accounting for over 80% of reported incidents.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Supply chain attacks exploit vendor vulnerabilities, impacting multiple organizations.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IoT devices present new attack vectors, often lacking strong security.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State-sponsored groups conduct espionage and intellectual property theft.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Cloud misconfigurations lead to significant data exposure and breaches.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Inter"/>
              </a:defRPr>
            </a:pPr>
            <a:r>
              <a:rPr sz="3600" b="1">
                <a:solidFill>
                  <a:srgbClr val="DC64FF"/>
                </a:solidFill>
                <a:latin typeface="Inter"/>
                <a:cs typeface="Inter"/>
                <a:ea typeface="Inter"/>
              </a:rPr>
              <a:t>Key Attack Vector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Human error contributes to 95% of successful cyberattacks.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Unpatched vulnerabilities offer easy entry for malicious actors.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Small and medium-sized businesses (SMBs) are frequently targeted.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Healthcare sector faces significant data breaches, impacting patient privacy.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Financial services endure constant sophisticated attempts to steal funds.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Inter"/>
              </a:defRPr>
            </a:pPr>
            <a:r>
              <a:rPr sz="3600" b="1">
                <a:solidFill>
                  <a:srgbClr val="DC64FF"/>
                </a:solidFill>
                <a:latin typeface="Inter"/>
                <a:cs typeface="Inter"/>
                <a:ea typeface="Inter"/>
              </a:rPr>
              <a:t>Significant Incident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Colonial Pipeline ransomware attack disrupted fuel supply in 2021.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SolarWinds breach compromised thousands of government and private networks.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Equifax data breach exposed personal data of 147 million consumers.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Average cost of a data breach reached $4.45 million in 2023.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Insider threats cause 34% of data breaches, costing companies significantly.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4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C64FF"/>
                </a:solidFill>
                <a:latin typeface="Inter"/>
              </a:defRPr>
            </a:pPr>
            <a:r>
              <a:rPr sz="3600" b="1">
                <a:solidFill>
                  <a:srgbClr val="DC64FF"/>
                </a:solidFill>
                <a:latin typeface="Inter"/>
                <a:cs typeface="Inter"/>
                <a:ea typeface="Inter"/>
              </a:rPr>
              <a:t>Strategic Cyber Defense Imperatives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Implement multi-factor authentication (MFA) across all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Regular security awareness training empowers employees as first line of defense.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Invest in robust endpoint detection and response (EDR) solutions.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Establish comprehensive incident response plans for rapid recovery.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6B4FF"/>
                </a:solidFill>
                <a:latin typeface="Poppins"/>
              </a:defRPr>
            </a:pPr>
            <a:r>
              <a:rPr sz="1600" b="1">
                <a:solidFill>
                  <a:srgbClr val="E6B4FF"/>
                </a:solidFill>
                <a:latin typeface="Poppins"/>
                <a:cs typeface="Poppins"/>
                <a:ea typeface="Poppins"/>
              </a:rPr>
              <a:t>• Foster public-private partnerships to share threat intelligence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