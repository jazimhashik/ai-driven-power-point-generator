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cooking as a passion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C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Evolution of Home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Home cooking experienced a 20% surge during recent global lockdowns.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Online culinary class enrollments increased 150% in 2020-2022 period.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Ingredient quality now prioritizes local, organic sourcing (70% preference).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Culinary media consumption rose significantly, influencing diverse trends.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Social platforms showcase millions of diverse recipes and vibrant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C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Benefits of Passionate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Enhanced creativity and problem-solving skills develop consistently.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Improved nutritional intake reported by 85% of regular home cooks.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Significant cost savings compared to dining out (average 40% reduction).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Deepened cultural understanding through exploring international cuisines.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Boosted self-confidence and personal achievement from mastering dishes.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C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Impact and Engagement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Average passionate home cooks spend 5-7 hours weekly on meal preparation.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Annual household spend on quality ingredients increased by 18% last 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Culinary tourism growth surged 25% pre-pandemic, reflecting interest.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60% of passionate cooks share culinary creations on social media weekly.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Community cooking groups show 30% membership increase year-over-year.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C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  <a:ea typeface="Tahoma"/>
              </a:rPr>
              <a:t>Fostering Culinary Passion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Encourage formal cooking education for advanced skill refinement.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Support local farmers' markets for fresh, high-quality, seasonal ingredients.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Promote diverse recipe experimentation to broaden culinary horizons.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Facilitate accessible community cooking workshops for shared learning.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E1F5"/>
                </a:solidFill>
                <a:latin typeface="Playfair Display"/>
              </a:defRPr>
            </a:pPr>
            <a:r>
              <a:rPr sz="1600" b="1">
                <a:solidFill>
                  <a:srgbClr val="D2E1F5"/>
                </a:solidFill>
                <a:latin typeface="Playfair Display"/>
                <a:cs typeface="Playfair Display"/>
                <a:ea typeface="Playfair Display"/>
              </a:rPr>
              <a:t>• Advocate for food literacy programs starting from early education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layfai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