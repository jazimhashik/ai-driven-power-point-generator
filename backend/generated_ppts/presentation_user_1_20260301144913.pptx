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 sz="36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 sz="36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Escalating Global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Cybercrime costs are projected to reach $10.5 trillion annually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Frequency of sophisticated ransomware and phishing attacks continues rising.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New attack vectors exploit IoT devices and cloud infrastructure vulnerabilities.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Geopolitical conflicts often drive state-sponsored cyber warfare activities.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Critical infrastructure, including energy and healthcare, faces severe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 sz="36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Common Attack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Phishing and social engineering remain top initial access methods.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Ransomware groups encrypt data, demanding payment for decryption keys.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Supply chain attacks compromise trusted vendors, impacting many clients.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Insider threats leverage legitimate access for data exfiltration or sabotage.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Zero-day vulnerabilities exploit unknown software flaws before patches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 sz="36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Recent Cybercrime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Average cost of a data breach reached $4.45 million globally in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Over $1.1 billion was paid in ransomware demands during 2022.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Business Email Compromise (BEC) attacks caused billions in losses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Cryptocurrency theft from exchanges and wallets remains prevalent.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Cloud misconfigurations contribute significantly to enterprise data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 sz="36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Mitigating Cyber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Implement robust multi-factor authentication across all critical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Conduct regular, comprehensive employee cybersecurity awareness training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Deploy advanced threat detection, including XDR and SIEM solutions.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Develop and regularly test an agile incident response and recovery plan.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Times New Roman"/>
              </a:defRPr>
            </a:pPr>
            <a:r>
              <a:rPr sz="1600" b="1">
                <a:solidFill>
                  <a:srgbClr val="C8E6FF"/>
                </a:solidFill>
                <a:latin typeface="Times New Roman"/>
                <a:cs typeface="Times New Roman"/>
                <a:ea typeface="Times New Roman"/>
              </a:rPr>
              <a:t>• Foster global collaboration and intelligence sharing to combat threats.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