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3E6"/>
                </a:solidFill>
                <a:latin typeface="Century Gothic"/>
              </a:defRPr>
            </a:pPr>
            <a:r>
              <a:rPr sz="3600" b="1">
                <a:solidFill>
                  <a:srgbClr val="FFC3E6"/>
                </a:solidFill>
                <a:latin typeface="Century Gothic"/>
              </a:rPr>
              <a:t>ai in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Century Gothic"/>
              </a:defRPr>
            </a:pPr>
            <a:r>
              <a:rPr sz="3600" b="1">
                <a:solidFill>
                  <a:srgbClr val="FFC3E6"/>
                </a:solidFill>
                <a:latin typeface="Century Gothic"/>
              </a:rPr>
              <a:t>Current AI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India boasts the world's third-largest AI talent pool.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Digital transformation fuels rapid adoption of AI solutions.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Vibrant startup ecosystem attracts significant AI investments.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Abundant data availability presents unique AI development opportunities.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Skill gaps and infrastructure limitations pose notable challenges.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Century Gothic"/>
              </a:defRPr>
            </a:pPr>
            <a:r>
              <a:rPr sz="3600" b="1">
                <a:solidFill>
                  <a:srgbClr val="FFC3E6"/>
                </a:solidFill>
                <a:latin typeface="Century Gothic"/>
              </a:rPr>
              <a:t>Key Sectoral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NITI Aayog leads national AI policy and strategy implementation.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Healthcare AI enhances diagnostics and personalized treatment plans.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Agri-tech AI optimizes crop yields and resource utilization efficiently.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FinTech leverages AI for fraud detection and customer service.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Public-private collaborations accelerate AI research and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Century Gothic"/>
              </a:defRPr>
            </a:pPr>
            <a:r>
              <a:rPr sz="3600" b="1">
                <a:solidFill>
                  <a:srgbClr val="FFC3E6"/>
                </a:solidFill>
                <a:latin typeface="Century Gothic"/>
              </a:rPr>
              <a:t>Quantifiable AI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Indian AI startups attracted over $1.5 billion funding in 2021.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Bengaluru solidifies its position as Asia's leading AI hub.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National AI Portal showcases 2000+ impactful AI initiatives.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AI-powered language tools bridge communication barriers effectively.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"Responsible AI for Youth" program upskilled 1.6 million students.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Century Gothic"/>
              </a:defRPr>
            </a:pPr>
            <a:r>
              <a:rPr sz="3600" b="1">
                <a:solidFill>
                  <a:srgbClr val="FFC3E6"/>
                </a:solidFill>
                <a:latin typeface="Century Gothic"/>
              </a:rPr>
              <a:t>Strategic Path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Invest substantially in advanced AI research infrastructure.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Prioritize skill development to mitigate future talent shortages.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Foster international partnerships for collaborative AI innovation.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Establish robust data governance ensuring privacy and security.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Develop comprehensive ethical AI frameworks for trustworthy adoption.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