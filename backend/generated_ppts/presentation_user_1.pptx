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in healthcare_x000D_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800"/>
            </a:pPr>
            <a:r>
              <a:t>• Overview</a:t>
            </a:r>
          </a:p>
          <a:p>
            <a:pPr>
              <a:defRPr sz="1800"/>
            </a:pPr>
            <a:r>
              <a:t>• Key points</a:t>
            </a:r>
          </a:p>
          <a:p>
            <a:pPr>
              <a:defRPr sz="1800"/>
            </a:pPr>
            <a:r>
              <a:t>• Summary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