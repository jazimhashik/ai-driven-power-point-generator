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8AB4FF"/>
                </a:solidFill>
                <a:latin typeface="DM Sans"/>
              </a:defRPr>
            </a:pPr>
            <a:r>
              <a:rPr>
                <a:latin typeface="DM Sans"/>
              </a:rPr>
              <a:t>ai in india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8AB4FF"/>
                </a:solidFill>
                <a:latin typeface="DM Sans"/>
              </a:defRPr>
            </a:pPr>
            <a:r>
              <a:rPr>
                <a:latin typeface="DM Sans"/>
              </a:rPr>
              <a:t>Government Initiatives &amp; Policies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NITI Aayog, India's premier policy think tank, released the "National Strateg...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The 'Digital India' program provides foundational digital infrastructure, ena...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Government agencies are promoting AI research and development through grants 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Public-private partnerships are crucial, with initiatives like the ‘Responsib...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The government actively funds AI centers of excellence at IITs and IISc, fost...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Policy frameworks are being developed to address data governance, privacy con...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8AB4FF"/>
                </a:solidFill>
                <a:latin typeface="DM Sans"/>
              </a:defRPr>
            </a:pPr>
            <a:r>
              <a:rPr>
                <a:latin typeface="DM Sans"/>
              </a:rPr>
              <a:t>Key Sectors Leveraging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Healthcare utilizes AI for diagnostics, drug discovery, and personalized trea...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Agriculture benefits from AI in crop yield prediction, pest detection, and so...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Financial services employ AI for fraud detection, credit scoring, and persona...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Education is being transformed by AI-powered personalized learning platforms,...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Manufacturing sectors are adopting AI for predictive maintenance, quality con...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Retail and e-commerce leverage AI for customer recommendations, inventory man...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8AB4FF"/>
                </a:solidFill>
                <a:latin typeface="DM Sans"/>
              </a:defRPr>
            </a:pPr>
            <a:r>
              <a:rPr>
                <a:latin typeface="DM Sans"/>
              </a:rPr>
              <a:t>Challenges and Opportunities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Data Infrastructure: Lack of standardized, high-quality data and robust infra...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Talent Gap: Despite a large STEM graduate pool, a shortage of specialized AI 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Ethical AI Concerns: Addressing biases in algorithms, ensuring data privacy, 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Regulatory Frameworks: Developing comprehensive and agile AI regulations that...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Access to Funding: While increasing, early-stage AI startups sometimes face c...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Computational Resources: Access to advanced computing power and cloud infrast...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8AB4FF"/>
                </a:solidFill>
                <a:latin typeface="DM Sans"/>
              </a:defRPr>
            </a:pPr>
            <a:r>
              <a:rPr>
                <a:latin typeface="DM Sans"/>
              </a:rPr>
              <a:t>Future Outlook and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India's AI market is expected to grow at a CAGR of 20% over the next five yea...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AI is projected to add $500 billion to India's GDP by 2025, contributing sign...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Job creation will see a shift, with AI augmenting human capabilities and crea...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India aims to become a global leader in responsible AI, focusing on developin...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Continued government investment in R&amp;D and skill development programs will fo...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The integration of AI with emerging technologies like 5G, IoT, and blockchain...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