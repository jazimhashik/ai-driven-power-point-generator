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</a:rPr>
              <a:t>Dominant Cyberattack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Phishing remains top vector, accounting for over 80% of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Malware attacks, including ransomware, disable critical business operations.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Supply chain vulnerabilities exploited, compromising trusted vendor networks.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Zero-day exploits target unpatched software, bypassing traditional defenses.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Insider threats leverage privileged access for data theft or sabotage.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</a:rPr>
              <a:t>Significant Organizational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Average data breach cost reached $4.45 million in 2023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Downtime from cyberattacks costs enterprises millions in lost revenue.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Reputational damage erodes customer loyalty, impacting long-term growth.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Regulatory fines for non-compliance with data privacy laws escalate significantly.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Cyber insurance premiums increased 50% year-over-year for many firms.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</a:rPr>
              <a:t>Targeted Industry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Healthcare suffers most breaches, costing $10.93 million per incident.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Financial services face advanced persistent threats, targeting customer data.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Manufacturing endures severe disruption from operational technology (OT) 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Government agencies confront espionage and critical infrastructure sabotage.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Small businesses, lacking resources, are frequently exploited as entry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</a:rPr>
              <a:t>Strengthening Cyber Defense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Implement multi-factor authentication (MFA) across all enterprise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Conduct regular employee cybersecurity awareness training and simulations.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Adopt Zero Trust architecture, verifying every user and device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Prioritize vulnerability management, patching systems proactively and regularly.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entury Gothic"/>
              </a:defRPr>
            </a:pPr>
            <a:r>
              <a:rPr sz="1600" b="1">
                <a:solidFill>
                  <a:srgbClr val="DCEAFF"/>
                </a:solidFill>
                <a:latin typeface="Century Gothic"/>
              </a:rPr>
              <a:t>• Develop robust incident response plans, including clear communication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