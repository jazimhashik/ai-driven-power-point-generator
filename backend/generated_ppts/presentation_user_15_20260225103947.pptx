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8AB4FF"/>
                </a:solidFill>
                <a:latin typeface="DM Sans"/>
              </a:defRPr>
            </a:pPr>
            <a:r>
              <a:rPr>
                <a:latin typeface="DM Sans"/>
              </a:rPr>
              <a:t>cybercrime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 b="1">
                <a:solidFill>
                  <a:srgbClr val="8AB4FF"/>
                </a:solidFill>
                <a:latin typeface="DM Sans"/>
              </a:defRPr>
            </a:pPr>
            <a:r>
              <a:rPr>
                <a:latin typeface="DM Sans"/>
              </a:rPr>
              <a:t>Key Cybercrime Categories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188720"/>
            <a:ext cx="3931920" cy="2331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Phishing and social engineering tactics manipulate individuals into revealing...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Ransomware encrypts a victim's data or systems, demanding payment, typically 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Malware encompasses malicious software such as viruses, worms, and Trojans, d...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188720"/>
            <a:ext cx="3931920" cy="2331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Data breaches involve the unauthorized access and exfiltration of sensitive i...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Distributed Denial of Service (DDoS) attacks overwhelm a target server or net...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Business Email Compromise (BEC) involves sophisticated scams where attackers ...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 b="1">
                <a:solidFill>
                  <a:srgbClr val="8AB4FF"/>
                </a:solidFill>
                <a:latin typeface="DM Sans"/>
              </a:defRPr>
            </a:pPr>
            <a:r>
              <a:rPr>
                <a:latin typeface="DM Sans"/>
              </a:rPr>
              <a:t>Profound Cybercrime Impacts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188720"/>
            <a:ext cx="3931920" cy="2331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Financial losses from cybercrime are extensive, including direct theft of fun...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Reputational damage following a cyberattack can be long-lasting, eroding cust...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Data loss and privacy violations result in compromised sensitive information,...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188720"/>
            <a:ext cx="3931920" cy="2331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Operational disruption caused by cyberattacks, like ransomware or DDoS, halts...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Legal and regulatory consequences include hefty fines for non-compliance with...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The psychological impact on victims, both individuals and employees, can be s...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 b="1">
                <a:solidFill>
                  <a:srgbClr val="8AB4FF"/>
                </a:solidFill>
                <a:latin typeface="DM Sans"/>
              </a:defRPr>
            </a:pPr>
            <a:r>
              <a:rPr>
                <a:latin typeface="DM Sans"/>
              </a:rPr>
              <a:t>Preventing Cybercrime: Key Strategies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188720"/>
            <a:ext cx="3931920" cy="2331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Implementing robust cybersecurity frameworks, like NIST or ISO 27001, provide...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Comprehensive employee training is vital, educating staff on phishing recogni...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Regular data backup and robust recovery plans are essential to minimize the i...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188720"/>
            <a:ext cx="3931920" cy="2331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Developing a detailed incident response plan allows organizations to react sw...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Implementing Multi-Factor Authentication (MFA) significantly enhances account...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Regularly updating software and systems with the latest security patches clos...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 b="1">
                <a:solidFill>
                  <a:srgbClr val="8AB4FF"/>
                </a:solidFill>
                <a:latin typeface="DM Sans"/>
              </a:defRPr>
            </a:pPr>
            <a:r>
              <a:rPr>
                <a:latin typeface="DM Sans"/>
              </a:rPr>
              <a:t>Cybercrime's Future: Challenges &amp; Defenses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188720"/>
            <a:ext cx="3931920" cy="2331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Artificial intelligence and machine learning will increasingly be leveraged b...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The proliferation of Internet of Things (IoT) devices presents a vast attack 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Quantum computing poses a potential future threat to current encryption stand...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188720"/>
            <a:ext cx="3931920" cy="2331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The global regulatory landscape for cybersecurity and data privacy will conti...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Increased international cooperation is vital for combating cross-border cyber...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A continued focus on the human element in cybersecurity, through education an...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