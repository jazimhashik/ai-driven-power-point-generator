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 land of heritage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india land of heritage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