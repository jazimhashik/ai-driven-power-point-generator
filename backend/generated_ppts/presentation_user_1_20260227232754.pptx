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Arial, sans-serif"/>
              </a:defRPr>
            </a:pPr>
            <a:r>
              <a:rPr>
                <a:latin typeface="Arial, sans-serif"/>
              </a:rPr>
              <a:t>cooking as a passion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78B4FF"/>
                </a:solidFill>
                <a:latin typeface="Arial, sans-serif"/>
              </a:defRPr>
            </a:pPr>
            <a:r>
              <a:rPr>
                <a:latin typeface="Arial, sans-serif"/>
              </a:rPr>
              <a:t>Cultivating Culinary Enthusiasm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The surge in home cooking has been significantly bolstered by global culinary...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Social media has transformed food into a visual spectacle, with platforms lik...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Increased access to diverse ingredients through specialized markets and onlin...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A growing societal emphasis on health and wellness encourages individuals to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Culinary workshops and online courses have seen a significant rise in partici...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The "slow food" movement and a renewed appreciation for artisanal production 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78B4FF"/>
                </a:solidFill>
                <a:latin typeface="Arial, sans-serif"/>
              </a:defRPr>
            </a:pPr>
            <a:r>
              <a:rPr>
                <a:latin typeface="Arial, sans-serif"/>
              </a:rPr>
              <a:t>Benefits of Passionate Cooking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Engaging in the cooking process acts as a powerful stress reliever and mindfu...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Cooking provides an unparalleled creative outlet, enabling personal expressio...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Sharing home-cooked meals significantly strengthens social bonds and fosters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Individuals who cook passionately often possess a deeper understanding of nut...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The meticulous nature of cooking develops critical life skills such as proble...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Passionate home cooking often leads to substantial cost savings compared to f...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78B4FF"/>
                </a:solidFill>
                <a:latin typeface="Arial, sans-serif"/>
              </a:defRPr>
            </a:pPr>
            <a:r>
              <a:rPr>
                <a:latin typeface="Arial, sans-serif"/>
              </a:rPr>
              <a:t>Evidencing the Culinary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Online culinary communities, such as Reddit's r/cooking with over 5.8 million...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The market for specialty kitchen gadgets and gourmet ingredients has seen sus...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Case studies from the pandemic-era sourdough boom exemplify personal culinary...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Local farmers' markets report increased patronage by passionate home cooks se...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Culinary tourism has surged, with travelers specifically seeking immersive fo...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The proliferation of niche cookbooks focusing on specific cuisines or techniq...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78B4FF"/>
                </a:solidFill>
                <a:latin typeface="Arial, sans-serif"/>
              </a:defRPr>
            </a:pPr>
            <a:r>
              <a:rPr>
                <a:latin typeface="Arial, sans-serif"/>
              </a:rPr>
              <a:t>Nurturing Your Culinary Flame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Begin by mastering foundational cooking techniques, such as proper knife skil...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Actively explore diverse global cuisines, experimenting with unfamiliar spice...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Embrace culinary experimentation and view "failures" as invaluable learning o...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Seek inspiration from renowned chefs, culinary documentaries, and a wide arra...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Regularly share your culinary creations with others, inviting feedback and en...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CEAFF"/>
                </a:solidFill>
                <a:latin typeface="Arial, sans-serif"/>
              </a:defRPr>
            </a:pPr>
            <a:r>
              <a:rPr>
                <a:latin typeface="Arial, sans-serif"/>
              </a:rPr>
              <a:t>Develop a deeper understanding of food sourcing by connecting with local prod...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