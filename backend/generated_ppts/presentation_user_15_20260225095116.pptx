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Sector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Healthcare is transforming with AI for diagnostics, drug discovery, and perso...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Agriculture leverages AI for crop yield prediction, pest detection, and soil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services utilize AI for fraud detection, credit scoring, and person...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Education benefits from AI-powered personalized learning, smart content, and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Smart cities deploy AI for traffic management, waste optimization, and public...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Manufacturing uses AI for predictive maintenance, quality control, and supply...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Challenges and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Addressing the AI skill gap is crucial for sustained growth and innovation. 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privacy and ethical AI development require robust regulatory frameworks....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Infrastructure limitations, particularly in high-performance computing, pose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Developing clear, adaptive AI governance and policy frameworks is vital. Thes...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Attracting significant private and foreign investment remains a key opportuni...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has the opportunity to lead in developing frugal and scalable AI soluti...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Government Initiatives &amp;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National AI Strategy, "AI for All," outlines a roadmap for widespread AI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NITI Aayog leads policy formulation and strategic direction for AI implementa...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Substantial funding is allocated for AI research and development centers. The...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Public-private partnerships are encouraged to accelerate AI project deploymen...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Initiatives like Startup India support AI innovation and entrepreneurship. Th...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Digital India integrates AI to enhance public service delivery and governance...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Future Outlook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is positioned to become a global AI hub, leading in specific applicatio...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is projected to significantly contribute to India's $5 trillion economy go...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 services will become more efficient, accessible, and personalized thro...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Job creation and skill transformation will redefine the Indian workforce land...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aims to lead in developing ethical and inclusive AI solutions globally....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Sustainable AI development will focus on energy efficiency and environmental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