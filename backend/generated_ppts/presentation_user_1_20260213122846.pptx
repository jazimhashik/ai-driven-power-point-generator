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What is Ragging?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Senior students tormenting juniors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Power play and intimidation tactics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Often disguised as "initiation" or "fun"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Creates an atmosphere of fear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Faces of Harassment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Physical abuse: hitting, forcing strenuous acts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Psychological torment: humiliation, isolation, threats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Verbal abuse: abusive language, offensive jokes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Sexual harassment: inappropriate touching, demands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Deep Scars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Severe anxiety and depression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Loss of self-confidence and self-esteem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Academic performance decline, dropouts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Post-traumatic stress disorder (PTSD)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Building Safe Campuses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Strict anti-ragging laws and policies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Dedicated anti-ragging committees and cells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24/7 helplines for reporting incidents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Regular awareness programs for students and staff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Zero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Speak up: report any ragging incident immediately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Stand together: support peers, prevent bystander effect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Foster respect: promote a culture of mutual dignity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*  Educate others: spread awareness about ragging's harm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