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What is Ragging?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Abuse, harassment, or humiliation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By seniors against juniors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Often disguised as initiation rites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A punishable offense in colleges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Faces of Harassment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Physical: Forced exercises, hitting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Verbal: Taunts, insults, abuses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Psychological: Intimidation, isolation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Sexual: Inappropriate demands, 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Deep Scars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Severe mental trauma &amp; anxiety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Loss of self-confidence and self-esteem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Academic decline and performance issues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Some victims drop out of college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Roots of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Power imbalance: Seniors over juniors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Peer pressure and group mentality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Misguided traditions &amp; rituals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Lack of strict enforcement &amp; deterrence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A Safer Campus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Zero-tolerance anti-ragging policies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Strong campus committees &amp; helplines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Confidential reporting mechanisms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Awareness campaigns for students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