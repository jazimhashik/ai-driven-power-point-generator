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  <a:latin typeface="DM Sans"/>
              </a:defRPr>
            </a:pPr>
            <a:r>
              <a:t>gods own country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D4AF37"/>
                </a:solidFill>
                <a:latin typeface="DM Sans"/>
              </a:defRPr>
            </a:pPr>
            <a:r>
              <a:t>Tourism's Economic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Tourism contributes 10-12% to Kerala's GSDP, generating significant state revenue and livelihoods.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Over 2 million jobs are directly and indirectly supported by the robust tourism ecosystem statewide.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Growth drivers include increased domestic travel demand and targeted international market promotions.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Strategic investments in infrastructure, like Cochin International Airport, enhance accessibility and visitor flow.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Data indicates a 17.2% increase in foreign tourist arrivals post-pandemic, signaling strong recovery and potential.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D4AF37"/>
                </a:solidFill>
                <a:latin typeface="DM Sans"/>
              </a:defRPr>
            </a:pPr>
            <a:r>
              <a:t>Sustainable &amp; Responsible Tourism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Pioneering responsible tourism initiatives protect local ecosystems and empower host communities.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Local sourcing mandates for tourism businesses ensure economic benefits directly reach residents.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Waste management and eco-friendly accreditation programs maintain environmental integrity and brand reputation.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Community-based tourism models offer authentic cultural immersion while preserving local traditions.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These practices enhance destination appeal for conscious travelers, aligning with global sustainability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D4AF37"/>
                </a:solidFill>
                <a:latin typeface="DM Sans"/>
              </a:defRPr>
            </a:pPr>
            <a:r>
              <a:t>Diverse Offerings, Niche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Ayurveda and wellness tourism attract health-conscious travelers seeking traditional healing therapies.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Adventure tourism, including trekking in the Western Ghats, appeals to thrill-seekers and younger demographics.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The MICE (Meetings, Incentives, Conferences, Exhibitions) sector is growing with modern facilities and scenic venues.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Cultural and heritage circuits draw visitors interested in historical sites, performing arts, and festivals.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Untapped potential exists in agri-tourism and rural experiential packages, offering unique stakeholder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D4AF37"/>
                </a:solidFill>
                <a:latin typeface="DM Sans"/>
              </a:defRPr>
            </a:pPr>
            <a:r>
              <a:t>Future Vision: Strategic Imperatives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Focus on digital marketing and AI-driven personalized travel experiences to engage modern travelers.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Develop niche tourism products like eco-lodges and experiential homestays to diversify offerings.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Enhance connectivity and last-mile infrastructure to improve accessibility to remote attractions.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Strengthen public-private partnerships for accelerated project implementation and sustainable development.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D2D2"/>
                </a:solidFill>
                <a:latin typeface="Inter"/>
              </a:defRPr>
            </a:pPr>
            <a:r>
              <a:t>Brand Kerala as a year-round destination by promoting monsoon tourism and lesser-known regions.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