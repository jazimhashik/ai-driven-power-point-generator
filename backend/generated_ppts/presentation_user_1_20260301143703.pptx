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Century Gothic"/>
              </a:defRPr>
            </a:pPr>
            <a:r>
              <a:rPr sz="3600" b="1">
                <a:solidFill>
                  <a:srgbClr val="FFC3E6"/>
                </a:solidFill>
                <a:latin typeface="Century Gothic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Century Gothic"/>
              </a:defRPr>
            </a:pPr>
            <a:r>
              <a:rPr sz="3600" b="1">
                <a:solidFill>
                  <a:srgbClr val="FFC3E6"/>
                </a:solidFill>
                <a:latin typeface="Century Gothic"/>
              </a:rPr>
              <a:t>Key AI Sectors and Initiatives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Government's 'AI for All' initiative boosts foundational research efforts.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Fintech and healthcare lead enterprise AI adoption across India.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NITI Aayog drives strategic implementation of national AI vision.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Indian startups innovate in areas like natural language processing (NLP).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Educational institutions develop skilled AI workforce for future readiness.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Century Gothic"/>
              </a:defRPr>
            </a:pPr>
            <a:r>
              <a:rPr sz="3600" b="1">
                <a:solidFill>
                  <a:srgbClr val="FFC3E6"/>
                </a:solidFill>
                <a:latin typeface="Century Gothic"/>
              </a:rPr>
              <a:t>AI's Economic Catalyst &amp; Hurdles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AI could add $500 billion to India's GDP by 2025.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New job roles emerge, requiring substantial national reskilling efforts.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Data privacy and ethical AI deployment remain critical concerns.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Infrastructure disparity in rural areas limits broader AI access.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Access to high-quality, diverse datasets poses a key challenge.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Century Gothic"/>
              </a:defRPr>
            </a:pPr>
            <a:r>
              <a:rPr sz="3600" b="1">
                <a:solidFill>
                  <a:srgbClr val="FFC3E6"/>
                </a:solidFill>
                <a:latin typeface="Century Gothic"/>
              </a:rPr>
              <a:t>Driving AI Investment and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Significant foreign direct investment (FDI) flows into AI startups.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Government allocates substantial funds for AI research and development.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Hyperscalers establish large AI data centers across major Indian cities.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IITs and IISc lead advanced AI research with global collaborations.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Private sector spending on AI technologies grows annually by 25%.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Century Gothic"/>
              </a:defRPr>
            </a:pPr>
            <a:r>
              <a:rPr sz="3600" b="1">
                <a:solidFill>
                  <a:srgbClr val="FFC3E6"/>
                </a:solidFill>
                <a:latin typeface="Century Gothic"/>
              </a:rPr>
              <a:t>Strategic Roadmap for Indian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Formulate robust data governance policies for secure AI deployment.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Invest further in AI talent development and specialized education.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Strengthen public-private partnerships for accelerated innovation and growth.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Promote ethical AI frameworks, ensuring fairness and transparency.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</a:rPr>
              <a:t>• Expand AI applications to empower rural economies and foster inclusivity.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